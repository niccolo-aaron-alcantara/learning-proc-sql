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ns Bold" charset="1" panose="00000000000000000000"/>
      <p:regular r:id="rId18"/>
    </p:embeddedFont>
    <p:embeddedFont>
      <p:font typeface="Open Sans Hebrew" charset="1" panose="00000500000000000000"/>
      <p:regular r:id="rId19"/>
    </p:embeddedFont>
    <p:embeddedFont>
      <p:font typeface="Open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jpe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13" Target="../media/image5.png" Type="http://schemas.openxmlformats.org/officeDocument/2006/relationships/image"/><Relationship Id="rId14" Target="../media/image6.svg" Type="http://schemas.openxmlformats.org/officeDocument/2006/relationships/image"/><Relationship Id="rId2" Target="../media/image51.png" Type="http://schemas.openxmlformats.org/officeDocument/2006/relationships/image"/><Relationship Id="rId3" Target="../media/image52.svg" Type="http://schemas.openxmlformats.org/officeDocument/2006/relationships/image"/><Relationship Id="rId4" Target="../media/image53.jpe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 Id="rId7" Target="../media/image56.png" Type="http://schemas.openxmlformats.org/officeDocument/2006/relationships/image"/><Relationship Id="rId8" Target="../media/image57.svg" Type="http://schemas.openxmlformats.org/officeDocument/2006/relationships/image"/><Relationship Id="rId9" Target="../media/image5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69.png" Type="http://schemas.openxmlformats.org/officeDocument/2006/relationships/image"/><Relationship Id="rId12" Target="../media/image70.svg" Type="http://schemas.openxmlformats.org/officeDocument/2006/relationships/image"/><Relationship Id="rId13" Target="../media/image71.png" Type="http://schemas.openxmlformats.org/officeDocument/2006/relationships/image"/><Relationship Id="rId14" Target="../media/image72.svg" Type="http://schemas.openxmlformats.org/officeDocument/2006/relationships/image"/><Relationship Id="rId2" Target="../media/image6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media/image73.jpeg" Type="http://schemas.openxmlformats.org/officeDocument/2006/relationships/image"/><Relationship Id="rId3" Target="../media/image74.png" Type="http://schemas.openxmlformats.org/officeDocument/2006/relationships/image"/><Relationship Id="rId4" Target="../media/image75.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11" Target="../media/image83.png" Type="http://schemas.openxmlformats.org/officeDocument/2006/relationships/image"/><Relationship Id="rId12" Target="../media/image84.svg" Type="http://schemas.openxmlformats.org/officeDocument/2006/relationships/image"/><Relationship Id="rId2" Target="../media/image78.jpeg" Type="http://schemas.openxmlformats.org/officeDocument/2006/relationships/image"/><Relationship Id="rId3" Target="../media/image79.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7.svg" Type="http://schemas.openxmlformats.org/officeDocument/2006/relationships/image"/><Relationship Id="rId2" Target="../media/image85.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8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88.png" Type="http://schemas.openxmlformats.org/officeDocument/2006/relationships/image"/><Relationship Id="rId7" Target="../media/image8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5471011" y="7325645"/>
            <a:ext cx="2816989" cy="2961355"/>
          </a:xfrm>
          <a:custGeom>
            <a:avLst/>
            <a:gdLst/>
            <a:ahLst/>
            <a:cxnLst/>
            <a:rect r="r" b="b" t="t" l="l"/>
            <a:pathLst>
              <a:path h="2961355" w="2816989">
                <a:moveTo>
                  <a:pt x="0" y="2961355"/>
                </a:moveTo>
                <a:lnTo>
                  <a:pt x="2816989" y="2961355"/>
                </a:lnTo>
                <a:lnTo>
                  <a:pt x="2816989" y="0"/>
                </a:lnTo>
                <a:lnTo>
                  <a:pt x="0" y="0"/>
                </a:lnTo>
                <a:lnTo>
                  <a:pt x="0" y="29613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202040" y="0"/>
            <a:ext cx="4085960" cy="3973596"/>
          </a:xfrm>
          <a:custGeom>
            <a:avLst/>
            <a:gdLst/>
            <a:ahLst/>
            <a:cxnLst/>
            <a:rect r="r" b="b" t="t" l="l"/>
            <a:pathLst>
              <a:path h="3973596" w="4085960">
                <a:moveTo>
                  <a:pt x="0" y="3973596"/>
                </a:moveTo>
                <a:lnTo>
                  <a:pt x="4085960" y="3973596"/>
                </a:lnTo>
                <a:lnTo>
                  <a:pt x="4085960" y="0"/>
                </a:lnTo>
                <a:lnTo>
                  <a:pt x="0" y="0"/>
                </a:lnTo>
                <a:lnTo>
                  <a:pt x="0" y="397359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3058" y="-187587"/>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4183356"/>
            <a:ext cx="13859888" cy="2285463"/>
          </a:xfrm>
          <a:prstGeom prst="rect">
            <a:avLst/>
          </a:prstGeom>
        </p:spPr>
        <p:txBody>
          <a:bodyPr anchor="t" rtlCol="false" tIns="0" lIns="0" bIns="0" rIns="0">
            <a:spAutoFit/>
          </a:bodyPr>
          <a:lstStyle/>
          <a:p>
            <a:pPr algn="l">
              <a:lnSpc>
                <a:spcPts val="18705"/>
              </a:lnSpc>
            </a:pPr>
            <a:r>
              <a:rPr lang="en-US" sz="13360" b="true">
                <a:solidFill>
                  <a:srgbClr val="245095"/>
                </a:solidFill>
                <a:latin typeface="Open Sans Bold"/>
                <a:ea typeface="Open Sans Bold"/>
                <a:cs typeface="Open Sans Bold"/>
                <a:sym typeface="Open Sans Bold"/>
              </a:rPr>
              <a:t>THESIS DEFENSE</a:t>
            </a:r>
          </a:p>
        </p:txBody>
      </p:sp>
      <p:sp>
        <p:nvSpPr>
          <p:cNvPr name="Freeform 6" id="6"/>
          <p:cNvSpPr/>
          <p:nvPr/>
        </p:nvSpPr>
        <p:spPr>
          <a:xfrm flipH="true" flipV="false" rot="0">
            <a:off x="8155811" y="990066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9574" t="-19574" r="0" b="0"/>
            </a:stretch>
          </a:blipFill>
        </p:spPr>
      </p:sp>
      <p:sp>
        <p:nvSpPr>
          <p:cNvPr name="TextBox 7" id="7"/>
          <p:cNvSpPr txBox="true"/>
          <p:nvPr/>
        </p:nvSpPr>
        <p:spPr>
          <a:xfrm rot="0">
            <a:off x="2856364" y="2566277"/>
            <a:ext cx="5382543" cy="511810"/>
          </a:xfrm>
          <a:prstGeom prst="rect">
            <a:avLst/>
          </a:prstGeom>
        </p:spPr>
        <p:txBody>
          <a:bodyPr anchor="t" rtlCol="false" tIns="0" lIns="0" bIns="0" rIns="0">
            <a:spAutoFit/>
          </a:bodyPr>
          <a:lstStyle/>
          <a:p>
            <a:pPr algn="l">
              <a:lnSpc>
                <a:spcPts val="4339"/>
              </a:lnSpc>
            </a:pPr>
            <a:r>
              <a:rPr lang="en-US" sz="3099" b="true">
                <a:solidFill>
                  <a:srgbClr val="000000"/>
                </a:solidFill>
                <a:latin typeface="Open Sans Bold"/>
                <a:ea typeface="Open Sans Bold"/>
                <a:cs typeface="Open Sans Bold"/>
                <a:sym typeface="Open Sans Bold"/>
              </a:rPr>
              <a:t>Giny</a:t>
            </a:r>
            <a:r>
              <a:rPr lang="en-US" sz="3099" b="true">
                <a:solidFill>
                  <a:srgbClr val="000000"/>
                </a:solidFill>
                <a:latin typeface="Open Sans Bold"/>
                <a:ea typeface="Open Sans Bold"/>
                <a:cs typeface="Open Sans Bold"/>
                <a:sym typeface="Open Sans Bold"/>
              </a:rPr>
              <a:t>ard International Co.</a:t>
            </a:r>
          </a:p>
        </p:txBody>
      </p:sp>
      <p:sp>
        <p:nvSpPr>
          <p:cNvPr name="TextBox 8" id="8"/>
          <p:cNvSpPr txBox="true"/>
          <p:nvPr/>
        </p:nvSpPr>
        <p:spPr>
          <a:xfrm rot="0">
            <a:off x="1028700" y="7366761"/>
            <a:ext cx="5783442"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Presented By Juliana Silva</a:t>
            </a:r>
          </a:p>
        </p:txBody>
      </p:sp>
      <p:sp>
        <p:nvSpPr>
          <p:cNvPr name="TextBox 9" id="9"/>
          <p:cNvSpPr txBox="true"/>
          <p:nvPr/>
        </p:nvSpPr>
        <p:spPr>
          <a:xfrm rot="0">
            <a:off x="7317819" y="7376556"/>
            <a:ext cx="3157648" cy="570325"/>
          </a:xfrm>
          <a:prstGeom prst="rect">
            <a:avLst/>
          </a:prstGeom>
        </p:spPr>
        <p:txBody>
          <a:bodyPr anchor="t" rtlCol="false" tIns="0" lIns="0" bIns="0" rIns="0">
            <a:spAutoFit/>
          </a:bodyPr>
          <a:lstStyle/>
          <a:p>
            <a:pPr algn="l">
              <a:lnSpc>
                <a:spcPts val="4789"/>
              </a:lnSpc>
            </a:pPr>
            <a:r>
              <a:rPr lang="en-US" sz="3421" b="true">
                <a:solidFill>
                  <a:srgbClr val="000000"/>
                </a:solidFill>
                <a:latin typeface="Open Sans Bold"/>
                <a:ea typeface="Open Sans Bold"/>
                <a:cs typeface="Open Sans Bold"/>
                <a:sym typeface="Open Sans Bold"/>
              </a:rPr>
              <a:t>February 2028</a:t>
            </a:r>
          </a:p>
        </p:txBody>
      </p:sp>
      <p:sp>
        <p:nvSpPr>
          <p:cNvPr name="AutoShape 10" id="10"/>
          <p:cNvSpPr/>
          <p:nvPr/>
        </p:nvSpPr>
        <p:spPr>
          <a:xfrm flipV="true">
            <a:off x="6935967" y="7412005"/>
            <a:ext cx="0" cy="556577"/>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0619" y="0"/>
            <a:ext cx="23189238" cy="3036365"/>
          </a:xfrm>
          <a:custGeom>
            <a:avLst/>
            <a:gdLst/>
            <a:ahLst/>
            <a:cxnLst/>
            <a:rect r="r" b="b" t="t" l="l"/>
            <a:pathLst>
              <a:path h="3036365" w="23189238">
                <a:moveTo>
                  <a:pt x="0" y="0"/>
                </a:moveTo>
                <a:lnTo>
                  <a:pt x="23189238" y="0"/>
                </a:lnTo>
                <a:lnTo>
                  <a:pt x="23189238" y="3036365"/>
                </a:lnTo>
                <a:lnTo>
                  <a:pt x="0" y="3036365"/>
                </a:lnTo>
                <a:lnTo>
                  <a:pt x="0" y="0"/>
                </a:lnTo>
                <a:close/>
              </a:path>
            </a:pathLst>
          </a:custGeom>
          <a:blipFill>
            <a:blip r:embed="rId2">
              <a:extLst>
                <a:ext uri="{96DAC541-7B7A-43D3-8B79-37D633B846F1}">
                  <asvg:svgBlip xmlns:asvg="http://schemas.microsoft.com/office/drawing/2016/SVG/main" r:embed="rId3"/>
                </a:ext>
              </a:extLst>
            </a:blip>
            <a:stretch>
              <a:fillRect l="-13953" t="0" r="-31533" b="0"/>
            </a:stretch>
          </a:blipFill>
        </p:spPr>
      </p:sp>
      <p:sp>
        <p:nvSpPr>
          <p:cNvPr name="Freeform 3" id="3"/>
          <p:cNvSpPr/>
          <p:nvPr/>
        </p:nvSpPr>
        <p:spPr>
          <a:xfrm flipH="false" flipV="false" rot="-10800000">
            <a:off x="15253722" y="7494628"/>
            <a:ext cx="3527345" cy="3527345"/>
          </a:xfrm>
          <a:custGeom>
            <a:avLst/>
            <a:gdLst/>
            <a:ahLst/>
            <a:cxnLst/>
            <a:rect r="r" b="b" t="t" l="l"/>
            <a:pathLst>
              <a:path h="3527345" w="3527345">
                <a:moveTo>
                  <a:pt x="0" y="0"/>
                </a:moveTo>
                <a:lnTo>
                  <a:pt x="3527345" y="0"/>
                </a:lnTo>
                <a:lnTo>
                  <a:pt x="3527345" y="3527344"/>
                </a:lnTo>
                <a:lnTo>
                  <a:pt x="0" y="3527344"/>
                </a:lnTo>
                <a:lnTo>
                  <a:pt x="0" y="0"/>
                </a:lnTo>
                <a:close/>
              </a:path>
            </a:pathLst>
          </a:custGeom>
          <a:blipFill>
            <a:blip r:embed="rId4">
              <a:extLst>
                <a:ext uri="{96DAC541-7B7A-43D3-8B79-37D633B846F1}">
                  <asvg:svgBlip xmlns:asvg="http://schemas.microsoft.com/office/drawing/2016/SVG/main" r:embed="rId5"/>
                </a:ext>
              </a:extLst>
            </a:blip>
            <a:stretch>
              <a:fillRect l="-94817" t="-111018" r="-12744" b="-43268"/>
            </a:stretch>
          </a:blipFill>
        </p:spPr>
      </p:sp>
      <p:sp>
        <p:nvSpPr>
          <p:cNvPr name="Freeform 4" id="4"/>
          <p:cNvSpPr/>
          <p:nvPr/>
        </p:nvSpPr>
        <p:spPr>
          <a:xfrm flipH="false" flipV="false" rot="0">
            <a:off x="0" y="7612438"/>
            <a:ext cx="2183111" cy="2674562"/>
          </a:xfrm>
          <a:custGeom>
            <a:avLst/>
            <a:gdLst/>
            <a:ahLst/>
            <a:cxnLst/>
            <a:rect r="r" b="b" t="t" l="l"/>
            <a:pathLst>
              <a:path h="2674562" w="2183111">
                <a:moveTo>
                  <a:pt x="0" y="0"/>
                </a:moveTo>
                <a:lnTo>
                  <a:pt x="2183111" y="0"/>
                </a:lnTo>
                <a:lnTo>
                  <a:pt x="2183111" y="2674562"/>
                </a:lnTo>
                <a:lnTo>
                  <a:pt x="0" y="2674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6230600"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680800" y="1767932"/>
            <a:ext cx="6048878" cy="6751135"/>
            <a:chOff x="0" y="0"/>
            <a:chExt cx="812800" cy="907164"/>
          </a:xfrm>
        </p:grpSpPr>
        <p:sp>
          <p:nvSpPr>
            <p:cNvPr name="Freeform 7" id="7"/>
            <p:cNvSpPr/>
            <p:nvPr/>
          </p:nvSpPr>
          <p:spPr>
            <a:xfrm flipH="false" flipV="false" rot="0">
              <a:off x="0" y="0"/>
              <a:ext cx="812800" cy="907164"/>
            </a:xfrm>
            <a:custGeom>
              <a:avLst/>
              <a:gdLst/>
              <a:ahLst/>
              <a:cxnLst/>
              <a:rect r="r" b="b" t="t" l="l"/>
              <a:pathLst>
                <a:path h="907164" w="812800">
                  <a:moveTo>
                    <a:pt x="29438" y="0"/>
                  </a:moveTo>
                  <a:lnTo>
                    <a:pt x="783362" y="0"/>
                  </a:lnTo>
                  <a:cubicBezTo>
                    <a:pt x="799620" y="0"/>
                    <a:pt x="812800" y="13180"/>
                    <a:pt x="812800" y="29438"/>
                  </a:cubicBezTo>
                  <a:lnTo>
                    <a:pt x="812800" y="877726"/>
                  </a:lnTo>
                  <a:cubicBezTo>
                    <a:pt x="812800" y="893984"/>
                    <a:pt x="799620" y="907164"/>
                    <a:pt x="783362" y="907164"/>
                  </a:cubicBezTo>
                  <a:lnTo>
                    <a:pt x="29438" y="907164"/>
                  </a:lnTo>
                  <a:cubicBezTo>
                    <a:pt x="13180" y="907164"/>
                    <a:pt x="0" y="893984"/>
                    <a:pt x="0" y="877726"/>
                  </a:cubicBezTo>
                  <a:lnTo>
                    <a:pt x="0" y="29438"/>
                  </a:lnTo>
                  <a:cubicBezTo>
                    <a:pt x="0" y="13180"/>
                    <a:pt x="13180" y="0"/>
                    <a:pt x="29438" y="0"/>
                  </a:cubicBezTo>
                  <a:close/>
                </a:path>
              </a:pathLst>
            </a:custGeom>
            <a:blipFill>
              <a:blip r:embed="rId8"/>
              <a:stretch>
                <a:fillRect l="-37195" t="0" r="-37195" b="0"/>
              </a:stretch>
            </a:blipFill>
          </p:spPr>
        </p:sp>
      </p:grpSp>
      <p:sp>
        <p:nvSpPr>
          <p:cNvPr name="Freeform 8" id="8"/>
          <p:cNvSpPr/>
          <p:nvPr/>
        </p:nvSpPr>
        <p:spPr>
          <a:xfrm flipH="false" flipV="false" rot="0">
            <a:off x="15613438" y="0"/>
            <a:ext cx="2674562" cy="2674562"/>
          </a:xfrm>
          <a:custGeom>
            <a:avLst/>
            <a:gdLst/>
            <a:ahLst/>
            <a:cxnLst/>
            <a:rect r="r" b="b" t="t" l="l"/>
            <a:pathLst>
              <a:path h="2674562" w="2674562">
                <a:moveTo>
                  <a:pt x="0" y="0"/>
                </a:moveTo>
                <a:lnTo>
                  <a:pt x="2674562" y="0"/>
                </a:lnTo>
                <a:lnTo>
                  <a:pt x="2674562" y="2674562"/>
                </a:lnTo>
                <a:lnTo>
                  <a:pt x="0" y="26745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849609" y="4301604"/>
            <a:ext cx="7562642" cy="2816225"/>
          </a:xfrm>
          <a:prstGeom prst="rect">
            <a:avLst/>
          </a:prstGeom>
        </p:spPr>
        <p:txBody>
          <a:bodyPr anchor="t" rtlCol="false" tIns="0" lIns="0" bIns="0" rIns="0">
            <a:spAutoFit/>
          </a:bodyPr>
          <a:lstStyle/>
          <a:p>
            <a:pPr algn="l">
              <a:lnSpc>
                <a:spcPts val="2800"/>
              </a:lnSpc>
            </a:pPr>
            <a:r>
              <a:rPr lang="en-US" sz="2000">
                <a:solidFill>
                  <a:srgbClr val="000000"/>
                </a:solidFill>
                <a:latin typeface="Open Sans Hebrew"/>
                <a:ea typeface="Open Sans Hebrew"/>
                <a:cs typeface="Open Sans Hebrew"/>
                <a:sym typeface="Open Sans Hebrew"/>
              </a:rPr>
              <a:t>Lorem ipsum dolor sit amet, consectetur adipiscing elit, sed do eiusmod tempor incididunt ut labore et dolore magna aliqua. Ut enim ad minim veniam, quis nostrud exercitation ullamco laboris nisi ut aliquip ex ea commodo consequat.</a:t>
            </a:r>
          </a:p>
          <a:p>
            <a:pPr algn="l">
              <a:lnSpc>
                <a:spcPts val="2800"/>
              </a:lnSpc>
            </a:pPr>
          </a:p>
          <a:p>
            <a:pPr algn="l">
              <a:lnSpc>
                <a:spcPts val="2800"/>
              </a:lnSpc>
            </a:pPr>
          </a:p>
          <a:p>
            <a:pPr algn="l">
              <a:lnSpc>
                <a:spcPts val="2800"/>
              </a:lnSpc>
            </a:pPr>
            <a:r>
              <a:rPr lang="en-US" sz="2000">
                <a:solidFill>
                  <a:srgbClr val="000000"/>
                </a:solidFill>
                <a:latin typeface="Open Sans Hebrew"/>
                <a:ea typeface="Open Sans Hebrew"/>
                <a:cs typeface="Open Sans Hebrew"/>
                <a:sym typeface="Open Sans Hebrew"/>
              </a:rPr>
              <a:t>Duis aute irure dolor in reprehenderit in voluptate velit esse cillum dolore eu fugiat nulla pariatur.</a:t>
            </a:r>
          </a:p>
        </p:txBody>
      </p:sp>
      <p:sp>
        <p:nvSpPr>
          <p:cNvPr name="TextBox 10" id="10"/>
          <p:cNvSpPr txBox="true"/>
          <p:nvPr/>
        </p:nvSpPr>
        <p:spPr>
          <a:xfrm rot="0">
            <a:off x="1849609" y="1384832"/>
            <a:ext cx="5223154" cy="1193800"/>
          </a:xfrm>
          <a:prstGeom prst="rect">
            <a:avLst/>
          </a:prstGeom>
        </p:spPr>
        <p:txBody>
          <a:bodyPr anchor="t" rtlCol="false" tIns="0" lIns="0" bIns="0" rIns="0">
            <a:spAutoFit/>
          </a:bodyPr>
          <a:lstStyle/>
          <a:p>
            <a:pPr algn="l">
              <a:lnSpc>
                <a:spcPts val="9799"/>
              </a:lnSpc>
            </a:pPr>
            <a:r>
              <a:rPr lang="en-US" sz="6999" b="true">
                <a:solidFill>
                  <a:srgbClr val="FFFFFF"/>
                </a:solidFill>
                <a:latin typeface="Open Sans Bold"/>
                <a:ea typeface="Open Sans Bold"/>
                <a:cs typeface="Open Sans Bold"/>
                <a:sym typeface="Open Sans Bold"/>
              </a:rPr>
              <a:t>Abstract</a:t>
            </a:r>
          </a:p>
        </p:txBody>
      </p:sp>
      <p:sp>
        <p:nvSpPr>
          <p:cNvPr name="AutoShape 11" id="11"/>
          <p:cNvSpPr/>
          <p:nvPr/>
        </p:nvSpPr>
        <p:spPr>
          <a:xfrm>
            <a:off x="4764804" y="9526716"/>
            <a:ext cx="270566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34442" y="2534955"/>
            <a:ext cx="12758632" cy="5987968"/>
          </a:xfrm>
          <a:custGeom>
            <a:avLst/>
            <a:gdLst/>
            <a:ahLst/>
            <a:cxnLst/>
            <a:rect r="r" b="b" t="t" l="l"/>
            <a:pathLst>
              <a:path h="5987968" w="12758632">
                <a:moveTo>
                  <a:pt x="0" y="0"/>
                </a:moveTo>
                <a:lnTo>
                  <a:pt x="12758632" y="0"/>
                </a:lnTo>
                <a:lnTo>
                  <a:pt x="12758632" y="5987968"/>
                </a:lnTo>
                <a:lnTo>
                  <a:pt x="0" y="5987968"/>
                </a:lnTo>
                <a:lnTo>
                  <a:pt x="0" y="0"/>
                </a:lnTo>
                <a:close/>
              </a:path>
            </a:pathLst>
          </a:custGeom>
          <a:blipFill>
            <a:blip r:embed="rId2">
              <a:extLst>
                <a:ext uri="{96DAC541-7B7A-43D3-8B79-37D633B846F1}">
                  <asvg:svgBlip xmlns:asvg="http://schemas.microsoft.com/office/drawing/2016/SVG/main" r:embed="rId3"/>
                </a:ext>
              </a:extLst>
            </a:blip>
            <a:stretch>
              <a:fillRect l="-120990" t="0" r="-300483" b="0"/>
            </a:stretch>
          </a:blipFill>
        </p:spPr>
      </p:sp>
      <p:sp>
        <p:nvSpPr>
          <p:cNvPr name="Freeform 3" id="3"/>
          <p:cNvSpPr/>
          <p:nvPr/>
        </p:nvSpPr>
        <p:spPr>
          <a:xfrm flipH="false" flipV="false" rot="0">
            <a:off x="16232629" y="2029"/>
            <a:ext cx="2053342" cy="2053342"/>
          </a:xfrm>
          <a:custGeom>
            <a:avLst/>
            <a:gdLst/>
            <a:ahLst/>
            <a:cxnLst/>
            <a:rect r="r" b="b" t="t" l="l"/>
            <a:pathLst>
              <a:path h="2053342" w="2053342">
                <a:moveTo>
                  <a:pt x="0" y="0"/>
                </a:moveTo>
                <a:lnTo>
                  <a:pt x="2053342" y="0"/>
                </a:lnTo>
                <a:lnTo>
                  <a:pt x="2053342" y="2053342"/>
                </a:lnTo>
                <a:lnTo>
                  <a:pt x="0" y="20533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73158" y="8194648"/>
            <a:ext cx="2014842" cy="2053342"/>
          </a:xfrm>
          <a:custGeom>
            <a:avLst/>
            <a:gdLst/>
            <a:ahLst/>
            <a:cxnLst/>
            <a:rect r="r" b="b" t="t" l="l"/>
            <a:pathLst>
              <a:path h="2053342" w="2014842">
                <a:moveTo>
                  <a:pt x="0" y="0"/>
                </a:moveTo>
                <a:lnTo>
                  <a:pt x="2014842" y="0"/>
                </a:lnTo>
                <a:lnTo>
                  <a:pt x="2014842" y="2053342"/>
                </a:lnTo>
                <a:lnTo>
                  <a:pt x="0" y="205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353647" y="8704783"/>
            <a:ext cx="1499486" cy="1514633"/>
          </a:xfrm>
          <a:custGeom>
            <a:avLst/>
            <a:gdLst/>
            <a:ahLst/>
            <a:cxnLst/>
            <a:rect r="r" b="b" t="t" l="l"/>
            <a:pathLst>
              <a:path h="1514633" w="1499486">
                <a:moveTo>
                  <a:pt x="0" y="0"/>
                </a:moveTo>
                <a:lnTo>
                  <a:pt x="1499486" y="0"/>
                </a:lnTo>
                <a:lnTo>
                  <a:pt x="1499486" y="1514632"/>
                </a:lnTo>
                <a:lnTo>
                  <a:pt x="0" y="15146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6200" y="90409"/>
            <a:ext cx="1499486" cy="1514633"/>
          </a:xfrm>
          <a:custGeom>
            <a:avLst/>
            <a:gdLst/>
            <a:ahLst/>
            <a:cxnLst/>
            <a:rect r="r" b="b" t="t" l="l"/>
            <a:pathLst>
              <a:path h="1514633" w="1499486">
                <a:moveTo>
                  <a:pt x="0" y="0"/>
                </a:moveTo>
                <a:lnTo>
                  <a:pt x="1499486" y="0"/>
                </a:lnTo>
                <a:lnTo>
                  <a:pt x="1499486" y="1514632"/>
                </a:lnTo>
                <a:lnTo>
                  <a:pt x="0" y="15146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6505077" y="2866419"/>
            <a:ext cx="1206856" cy="1118745"/>
            <a:chOff x="0" y="0"/>
            <a:chExt cx="317855" cy="294649"/>
          </a:xfrm>
        </p:grpSpPr>
        <p:sp>
          <p:nvSpPr>
            <p:cNvPr name="Freeform 8" id="8"/>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9" id="9"/>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10" id="10"/>
          <p:cNvSpPr txBox="true"/>
          <p:nvPr/>
        </p:nvSpPr>
        <p:spPr>
          <a:xfrm rot="0">
            <a:off x="8378373" y="3132535"/>
            <a:ext cx="2279254"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Introduction</a:t>
            </a:r>
          </a:p>
        </p:txBody>
      </p:sp>
      <p:sp>
        <p:nvSpPr>
          <p:cNvPr name="TextBox 11" id="11"/>
          <p:cNvSpPr txBox="true"/>
          <p:nvPr/>
        </p:nvSpPr>
        <p:spPr>
          <a:xfrm rot="0">
            <a:off x="6791281" y="2968876"/>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01</a:t>
            </a:r>
          </a:p>
        </p:txBody>
      </p:sp>
      <p:grpSp>
        <p:nvGrpSpPr>
          <p:cNvPr name="Group 12" id="12"/>
          <p:cNvGrpSpPr/>
          <p:nvPr/>
        </p:nvGrpSpPr>
        <p:grpSpPr>
          <a:xfrm rot="0">
            <a:off x="12471122" y="2904696"/>
            <a:ext cx="1206856" cy="1118745"/>
            <a:chOff x="0" y="0"/>
            <a:chExt cx="317855" cy="294649"/>
          </a:xfrm>
        </p:grpSpPr>
        <p:sp>
          <p:nvSpPr>
            <p:cNvPr name="Freeform 13" id="13"/>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14" id="14"/>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15" id="15"/>
          <p:cNvSpPr txBox="true"/>
          <p:nvPr/>
        </p:nvSpPr>
        <p:spPr>
          <a:xfrm rot="0">
            <a:off x="12712071" y="3038007"/>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05</a:t>
            </a:r>
          </a:p>
        </p:txBody>
      </p:sp>
      <p:grpSp>
        <p:nvGrpSpPr>
          <p:cNvPr name="Group 16" id="16"/>
          <p:cNvGrpSpPr/>
          <p:nvPr/>
        </p:nvGrpSpPr>
        <p:grpSpPr>
          <a:xfrm rot="0">
            <a:off x="6505077" y="4264570"/>
            <a:ext cx="1206856" cy="1118745"/>
            <a:chOff x="0" y="0"/>
            <a:chExt cx="317855" cy="294649"/>
          </a:xfrm>
        </p:grpSpPr>
        <p:sp>
          <p:nvSpPr>
            <p:cNvPr name="Freeform 17" id="17"/>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18" id="18"/>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19" id="19"/>
          <p:cNvGrpSpPr/>
          <p:nvPr/>
        </p:nvGrpSpPr>
        <p:grpSpPr>
          <a:xfrm rot="0">
            <a:off x="6505077" y="5662720"/>
            <a:ext cx="1206856" cy="1118745"/>
            <a:chOff x="0" y="0"/>
            <a:chExt cx="317855" cy="294649"/>
          </a:xfrm>
        </p:grpSpPr>
        <p:sp>
          <p:nvSpPr>
            <p:cNvPr name="Freeform 20" id="20"/>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1" id="21"/>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2" id="22"/>
          <p:cNvGrpSpPr/>
          <p:nvPr/>
        </p:nvGrpSpPr>
        <p:grpSpPr>
          <a:xfrm rot="0">
            <a:off x="6505077" y="7060871"/>
            <a:ext cx="1206856" cy="1118745"/>
            <a:chOff x="0" y="0"/>
            <a:chExt cx="317855" cy="294649"/>
          </a:xfrm>
        </p:grpSpPr>
        <p:sp>
          <p:nvSpPr>
            <p:cNvPr name="Freeform 23" id="23"/>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4" id="24"/>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5" id="25"/>
          <p:cNvGrpSpPr/>
          <p:nvPr/>
        </p:nvGrpSpPr>
        <p:grpSpPr>
          <a:xfrm rot="0">
            <a:off x="12471122" y="4264570"/>
            <a:ext cx="1206856" cy="1118745"/>
            <a:chOff x="0" y="0"/>
            <a:chExt cx="317855" cy="294649"/>
          </a:xfrm>
        </p:grpSpPr>
        <p:sp>
          <p:nvSpPr>
            <p:cNvPr name="Freeform 26" id="26"/>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7" id="27"/>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8" id="28"/>
          <p:cNvGrpSpPr/>
          <p:nvPr/>
        </p:nvGrpSpPr>
        <p:grpSpPr>
          <a:xfrm rot="0">
            <a:off x="12471122" y="5624443"/>
            <a:ext cx="1206856" cy="1118745"/>
            <a:chOff x="0" y="0"/>
            <a:chExt cx="317855" cy="294649"/>
          </a:xfrm>
        </p:grpSpPr>
        <p:sp>
          <p:nvSpPr>
            <p:cNvPr name="Freeform 29" id="29"/>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30" id="30"/>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31" id="31"/>
          <p:cNvGrpSpPr/>
          <p:nvPr/>
        </p:nvGrpSpPr>
        <p:grpSpPr>
          <a:xfrm rot="0">
            <a:off x="12471122" y="6984317"/>
            <a:ext cx="1206856" cy="1118745"/>
            <a:chOff x="0" y="0"/>
            <a:chExt cx="317855" cy="294649"/>
          </a:xfrm>
        </p:grpSpPr>
        <p:sp>
          <p:nvSpPr>
            <p:cNvPr name="Freeform 32" id="32"/>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33" id="33"/>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34" id="34"/>
          <p:cNvSpPr txBox="true"/>
          <p:nvPr/>
        </p:nvSpPr>
        <p:spPr>
          <a:xfrm rot="0">
            <a:off x="6791281" y="439801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02</a:t>
            </a:r>
          </a:p>
        </p:txBody>
      </p:sp>
      <p:sp>
        <p:nvSpPr>
          <p:cNvPr name="TextBox 35" id="35"/>
          <p:cNvSpPr txBox="true"/>
          <p:nvPr/>
        </p:nvSpPr>
        <p:spPr>
          <a:xfrm rot="0">
            <a:off x="12712071" y="4401316"/>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06</a:t>
            </a:r>
          </a:p>
        </p:txBody>
      </p:sp>
      <p:sp>
        <p:nvSpPr>
          <p:cNvPr name="TextBox 36" id="36"/>
          <p:cNvSpPr txBox="true"/>
          <p:nvPr/>
        </p:nvSpPr>
        <p:spPr>
          <a:xfrm rot="0">
            <a:off x="6791281" y="5827147"/>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03</a:t>
            </a:r>
          </a:p>
        </p:txBody>
      </p:sp>
      <p:sp>
        <p:nvSpPr>
          <p:cNvPr name="TextBox 37" id="37"/>
          <p:cNvSpPr txBox="true"/>
          <p:nvPr/>
        </p:nvSpPr>
        <p:spPr>
          <a:xfrm rot="0">
            <a:off x="12712071" y="5763440"/>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07</a:t>
            </a:r>
          </a:p>
        </p:txBody>
      </p:sp>
      <p:sp>
        <p:nvSpPr>
          <p:cNvPr name="TextBox 38" id="38"/>
          <p:cNvSpPr txBox="true"/>
          <p:nvPr/>
        </p:nvSpPr>
        <p:spPr>
          <a:xfrm rot="0">
            <a:off x="6791281" y="725628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04</a:t>
            </a:r>
          </a:p>
        </p:txBody>
      </p:sp>
      <p:sp>
        <p:nvSpPr>
          <p:cNvPr name="TextBox 39" id="39"/>
          <p:cNvSpPr txBox="true"/>
          <p:nvPr/>
        </p:nvSpPr>
        <p:spPr>
          <a:xfrm rot="0">
            <a:off x="12712071" y="718715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08</a:t>
            </a:r>
          </a:p>
        </p:txBody>
      </p:sp>
      <p:sp>
        <p:nvSpPr>
          <p:cNvPr name="TextBox 40" id="40"/>
          <p:cNvSpPr txBox="true"/>
          <p:nvPr/>
        </p:nvSpPr>
        <p:spPr>
          <a:xfrm rot="0">
            <a:off x="14299164" y="3211368"/>
            <a:ext cx="147260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Results</a:t>
            </a:r>
          </a:p>
        </p:txBody>
      </p:sp>
      <p:sp>
        <p:nvSpPr>
          <p:cNvPr name="TextBox 41" id="41"/>
          <p:cNvSpPr txBox="true"/>
          <p:nvPr/>
        </p:nvSpPr>
        <p:spPr>
          <a:xfrm rot="0">
            <a:off x="8378373" y="4561670"/>
            <a:ext cx="311834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Research Problem</a:t>
            </a:r>
          </a:p>
        </p:txBody>
      </p:sp>
      <p:sp>
        <p:nvSpPr>
          <p:cNvPr name="TextBox 42" id="42"/>
          <p:cNvSpPr txBox="true"/>
          <p:nvPr/>
        </p:nvSpPr>
        <p:spPr>
          <a:xfrm rot="0">
            <a:off x="14339493" y="4571241"/>
            <a:ext cx="147260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Findings</a:t>
            </a:r>
          </a:p>
        </p:txBody>
      </p:sp>
      <p:sp>
        <p:nvSpPr>
          <p:cNvPr name="TextBox 43" id="43"/>
          <p:cNvSpPr txBox="true"/>
          <p:nvPr/>
        </p:nvSpPr>
        <p:spPr>
          <a:xfrm rot="0">
            <a:off x="8378373" y="5990998"/>
            <a:ext cx="269648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Literary Review</a:t>
            </a:r>
          </a:p>
        </p:txBody>
      </p:sp>
      <p:sp>
        <p:nvSpPr>
          <p:cNvPr name="TextBox 44" id="44"/>
          <p:cNvSpPr txBox="true"/>
          <p:nvPr/>
        </p:nvSpPr>
        <p:spPr>
          <a:xfrm rot="0">
            <a:off x="14339493" y="5935790"/>
            <a:ext cx="1806391"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Discussion</a:t>
            </a:r>
          </a:p>
        </p:txBody>
      </p:sp>
      <p:sp>
        <p:nvSpPr>
          <p:cNvPr name="TextBox 45" id="45"/>
          <p:cNvSpPr txBox="true"/>
          <p:nvPr/>
        </p:nvSpPr>
        <p:spPr>
          <a:xfrm rot="0">
            <a:off x="8378373" y="7420325"/>
            <a:ext cx="2279254"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Methodology</a:t>
            </a:r>
          </a:p>
        </p:txBody>
      </p:sp>
      <p:sp>
        <p:nvSpPr>
          <p:cNvPr name="TextBox 46" id="46"/>
          <p:cNvSpPr txBox="true"/>
          <p:nvPr/>
        </p:nvSpPr>
        <p:spPr>
          <a:xfrm rot="0">
            <a:off x="14339493" y="7359502"/>
            <a:ext cx="2028915"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Conclusion</a:t>
            </a:r>
          </a:p>
        </p:txBody>
      </p:sp>
      <p:sp>
        <p:nvSpPr>
          <p:cNvPr name="TextBox 47" id="47"/>
          <p:cNvSpPr txBox="true"/>
          <p:nvPr/>
        </p:nvSpPr>
        <p:spPr>
          <a:xfrm rot="0">
            <a:off x="333297" y="4479925"/>
            <a:ext cx="5223154" cy="1193800"/>
          </a:xfrm>
          <a:prstGeom prst="rect">
            <a:avLst/>
          </a:prstGeom>
        </p:spPr>
        <p:txBody>
          <a:bodyPr anchor="t" rtlCol="false" tIns="0" lIns="0" bIns="0" rIns="0">
            <a:spAutoFit/>
          </a:bodyPr>
          <a:lstStyle/>
          <a:p>
            <a:pPr algn="ctr">
              <a:lnSpc>
                <a:spcPts val="9799"/>
              </a:lnSpc>
            </a:pPr>
            <a:r>
              <a:rPr lang="en-US" sz="6999" b="true">
                <a:solidFill>
                  <a:srgbClr val="FFFFFF"/>
                </a:solidFill>
                <a:latin typeface="Open Sans Bold"/>
                <a:ea typeface="Open Sans Bold"/>
                <a:cs typeface="Open Sans Bold"/>
                <a:sym typeface="Open Sans Bold"/>
              </a:rPr>
              <a:t>Overview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5425" y="2975238"/>
            <a:ext cx="5246370" cy="6283062"/>
            <a:chOff x="0" y="0"/>
            <a:chExt cx="812800" cy="973411"/>
          </a:xfrm>
        </p:grpSpPr>
        <p:sp>
          <p:nvSpPr>
            <p:cNvPr name="Freeform 3" id="3"/>
            <p:cNvSpPr/>
            <p:nvPr/>
          </p:nvSpPr>
          <p:spPr>
            <a:xfrm flipH="false" flipV="false" rot="0">
              <a:off x="0" y="0"/>
              <a:ext cx="812800" cy="973411"/>
            </a:xfrm>
            <a:custGeom>
              <a:avLst/>
              <a:gdLst/>
              <a:ahLst/>
              <a:cxnLst/>
              <a:rect r="r" b="b" t="t" l="l"/>
              <a:pathLst>
                <a:path h="973411" w="812800">
                  <a:moveTo>
                    <a:pt x="33940" y="0"/>
                  </a:moveTo>
                  <a:lnTo>
                    <a:pt x="778860" y="0"/>
                  </a:lnTo>
                  <a:cubicBezTo>
                    <a:pt x="797604" y="0"/>
                    <a:pt x="812800" y="15196"/>
                    <a:pt x="812800" y="33940"/>
                  </a:cubicBezTo>
                  <a:lnTo>
                    <a:pt x="812800" y="939470"/>
                  </a:lnTo>
                  <a:cubicBezTo>
                    <a:pt x="812800" y="958215"/>
                    <a:pt x="797604" y="973411"/>
                    <a:pt x="778860" y="973411"/>
                  </a:cubicBezTo>
                  <a:lnTo>
                    <a:pt x="33940" y="973411"/>
                  </a:lnTo>
                  <a:cubicBezTo>
                    <a:pt x="24939" y="973411"/>
                    <a:pt x="16306" y="969835"/>
                    <a:pt x="9941" y="963470"/>
                  </a:cubicBezTo>
                  <a:cubicBezTo>
                    <a:pt x="3576" y="957105"/>
                    <a:pt x="0" y="948472"/>
                    <a:pt x="0" y="939470"/>
                  </a:cubicBezTo>
                  <a:lnTo>
                    <a:pt x="0" y="33940"/>
                  </a:lnTo>
                  <a:cubicBezTo>
                    <a:pt x="0" y="15196"/>
                    <a:pt x="15196" y="0"/>
                    <a:pt x="33940" y="0"/>
                  </a:cubicBezTo>
                  <a:close/>
                </a:path>
              </a:pathLst>
            </a:custGeom>
            <a:blipFill>
              <a:blip r:embed="rId2"/>
              <a:stretch>
                <a:fillRect l="-63178" t="0" r="-16573" b="0"/>
              </a:stretch>
            </a:blipFill>
          </p:spPr>
        </p:sp>
      </p:grpSp>
      <p:sp>
        <p:nvSpPr>
          <p:cNvPr name="Freeform 4" id="4"/>
          <p:cNvSpPr/>
          <p:nvPr/>
        </p:nvSpPr>
        <p:spPr>
          <a:xfrm flipH="false" flipV="false" rot="0">
            <a:off x="8390967" y="5568836"/>
            <a:ext cx="433490" cy="480322"/>
          </a:xfrm>
          <a:custGeom>
            <a:avLst/>
            <a:gdLst/>
            <a:ahLst/>
            <a:cxnLst/>
            <a:rect r="r" b="b" t="t" l="l"/>
            <a:pathLst>
              <a:path h="480322" w="433490">
                <a:moveTo>
                  <a:pt x="0" y="0"/>
                </a:moveTo>
                <a:lnTo>
                  <a:pt x="433490" y="0"/>
                </a:lnTo>
                <a:lnTo>
                  <a:pt x="433490" y="480321"/>
                </a:lnTo>
                <a:lnTo>
                  <a:pt x="0" y="4803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8052368"/>
            <a:ext cx="2066799" cy="2164188"/>
          </a:xfrm>
          <a:custGeom>
            <a:avLst/>
            <a:gdLst/>
            <a:ahLst/>
            <a:cxnLst/>
            <a:rect r="r" b="b" t="t" l="l"/>
            <a:pathLst>
              <a:path h="2164188" w="2066799">
                <a:moveTo>
                  <a:pt x="0" y="0"/>
                </a:moveTo>
                <a:lnTo>
                  <a:pt x="2066799" y="0"/>
                </a:lnTo>
                <a:lnTo>
                  <a:pt x="2066799" y="2164188"/>
                </a:lnTo>
                <a:lnTo>
                  <a:pt x="0" y="2164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067547" y="0"/>
            <a:ext cx="2220453" cy="2173269"/>
          </a:xfrm>
          <a:custGeom>
            <a:avLst/>
            <a:gdLst/>
            <a:ahLst/>
            <a:cxnLst/>
            <a:rect r="r" b="b" t="t" l="l"/>
            <a:pathLst>
              <a:path h="2173269" w="2220453">
                <a:moveTo>
                  <a:pt x="0" y="0"/>
                </a:moveTo>
                <a:lnTo>
                  <a:pt x="2220453" y="0"/>
                </a:lnTo>
                <a:lnTo>
                  <a:pt x="2220453" y="2173269"/>
                </a:lnTo>
                <a:lnTo>
                  <a:pt x="0" y="2173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1750972" y="9915947"/>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142875" y="-28575"/>
            <a:ext cx="1152688" cy="1510291"/>
            <a:chOff x="0" y="0"/>
            <a:chExt cx="1536917" cy="2013722"/>
          </a:xfrm>
        </p:grpSpPr>
        <p:sp>
          <p:nvSpPr>
            <p:cNvPr name="Freeform 9" id="9"/>
            <p:cNvSpPr/>
            <p:nvPr/>
          </p:nvSpPr>
          <p:spPr>
            <a:xfrm flipH="false" flipV="false" rot="0">
              <a:off x="0" y="907915"/>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11">
                <a:extLst>
                  <a:ext uri="{96DAC541-7B7A-43D3-8B79-37D633B846F1}">
                    <asvg:svgBlip xmlns:asvg="http://schemas.microsoft.com/office/drawing/2016/SVG/main" r:embed="rId12"/>
                  </a:ext>
                </a:extLst>
              </a:blip>
              <a:stretch>
                <a:fillRect l="0" t="-62625" r="-57890" b="-56820"/>
              </a:stretch>
            </a:blipFill>
          </p:spPr>
        </p:sp>
        <p:sp>
          <p:nvSpPr>
            <p:cNvPr name="Freeform 10" id="10"/>
            <p:cNvSpPr/>
            <p:nvPr/>
          </p:nvSpPr>
          <p:spPr>
            <a:xfrm flipH="false" flipV="false" rot="0">
              <a:off x="0" y="0"/>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11">
                <a:extLst>
                  <a:ext uri="{96DAC541-7B7A-43D3-8B79-37D633B846F1}">
                    <asvg:svgBlip xmlns:asvg="http://schemas.microsoft.com/office/drawing/2016/SVG/main" r:embed="rId12"/>
                  </a:ext>
                </a:extLst>
              </a:blip>
              <a:stretch>
                <a:fillRect l="0" t="-62625" r="-57890" b="-56820"/>
              </a:stretch>
            </a:blipFill>
          </p:spPr>
        </p:sp>
      </p:grpSp>
      <p:sp>
        <p:nvSpPr>
          <p:cNvPr name="TextBox 11" id="11"/>
          <p:cNvSpPr txBox="true"/>
          <p:nvPr/>
        </p:nvSpPr>
        <p:spPr>
          <a:xfrm rot="0">
            <a:off x="1695425" y="1252937"/>
            <a:ext cx="7676580"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Introdutcion</a:t>
            </a:r>
          </a:p>
        </p:txBody>
      </p:sp>
      <p:sp>
        <p:nvSpPr>
          <p:cNvPr name="TextBox 12" id="12"/>
          <p:cNvSpPr txBox="true"/>
          <p:nvPr/>
        </p:nvSpPr>
        <p:spPr>
          <a:xfrm rot="0">
            <a:off x="9144000" y="5567828"/>
            <a:ext cx="6923547" cy="481330"/>
          </a:xfrm>
          <a:prstGeom prst="rect">
            <a:avLst/>
          </a:prstGeom>
        </p:spPr>
        <p:txBody>
          <a:bodyPr anchor="t" rtlCol="false" tIns="0" lIns="0" bIns="0" rIns="0">
            <a:spAutoFit/>
          </a:bodyPr>
          <a:lstStyle/>
          <a:p>
            <a:pPr algn="l">
              <a:lnSpc>
                <a:spcPts val="3920"/>
              </a:lnSpc>
            </a:pPr>
            <a:r>
              <a:rPr lang="en-US" sz="2800" b="true">
                <a:solidFill>
                  <a:srgbClr val="0F3460"/>
                </a:solidFill>
                <a:latin typeface="Open Sans Bold"/>
                <a:ea typeface="Open Sans Bold"/>
                <a:cs typeface="Open Sans Bold"/>
                <a:sym typeface="Open Sans Bold"/>
              </a:rPr>
              <a:t>Research purposes</a:t>
            </a:r>
          </a:p>
        </p:txBody>
      </p:sp>
      <p:sp>
        <p:nvSpPr>
          <p:cNvPr name="TextBox 13" id="13"/>
          <p:cNvSpPr txBox="true"/>
          <p:nvPr/>
        </p:nvSpPr>
        <p:spPr>
          <a:xfrm rot="0">
            <a:off x="7402179" y="2927613"/>
            <a:ext cx="7958768"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4" id="14"/>
          <p:cNvSpPr txBox="true"/>
          <p:nvPr/>
        </p:nvSpPr>
        <p:spPr>
          <a:xfrm rot="0">
            <a:off x="9144000" y="6364842"/>
            <a:ext cx="6923547"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5" y="48535"/>
            <a:ext cx="1837069" cy="1865045"/>
          </a:xfrm>
          <a:custGeom>
            <a:avLst/>
            <a:gdLst/>
            <a:ahLst/>
            <a:cxnLst/>
            <a:rect r="r" b="b" t="t" l="l"/>
            <a:pathLst>
              <a:path h="1865045" w="1837069">
                <a:moveTo>
                  <a:pt x="0" y="0"/>
                </a:moveTo>
                <a:lnTo>
                  <a:pt x="1837069" y="0"/>
                </a:lnTo>
                <a:lnTo>
                  <a:pt x="1837069" y="1865044"/>
                </a:lnTo>
                <a:lnTo>
                  <a:pt x="0" y="1865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38680" y="8209105"/>
            <a:ext cx="2049320" cy="2049320"/>
          </a:xfrm>
          <a:custGeom>
            <a:avLst/>
            <a:gdLst/>
            <a:ahLst/>
            <a:cxnLst/>
            <a:rect r="r" b="b" t="t" l="l"/>
            <a:pathLst>
              <a:path h="2049320" w="2049320">
                <a:moveTo>
                  <a:pt x="0" y="0"/>
                </a:moveTo>
                <a:lnTo>
                  <a:pt x="2049320" y="0"/>
                </a:lnTo>
                <a:lnTo>
                  <a:pt x="2049320" y="2049320"/>
                </a:lnTo>
                <a:lnTo>
                  <a:pt x="0" y="2049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0" y="7543144"/>
            <a:ext cx="2715281" cy="2715281"/>
          </a:xfrm>
          <a:custGeom>
            <a:avLst/>
            <a:gdLst/>
            <a:ahLst/>
            <a:cxnLst/>
            <a:rect r="r" b="b" t="t" l="l"/>
            <a:pathLst>
              <a:path h="2715281" w="2715281">
                <a:moveTo>
                  <a:pt x="2715281" y="0"/>
                </a:moveTo>
                <a:lnTo>
                  <a:pt x="0" y="0"/>
                </a:lnTo>
                <a:lnTo>
                  <a:pt x="0" y="2715281"/>
                </a:lnTo>
                <a:lnTo>
                  <a:pt x="2715281" y="2715281"/>
                </a:lnTo>
                <a:lnTo>
                  <a:pt x="2715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701650" y="3772258"/>
            <a:ext cx="4402601" cy="4189197"/>
            <a:chOff x="0" y="0"/>
            <a:chExt cx="1159533" cy="1103328"/>
          </a:xfrm>
        </p:grpSpPr>
        <p:sp>
          <p:nvSpPr>
            <p:cNvPr name="Freeform 6" id="6"/>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7" id="7"/>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8" id="8"/>
          <p:cNvGrpSpPr/>
          <p:nvPr/>
        </p:nvGrpSpPr>
        <p:grpSpPr>
          <a:xfrm rot="0">
            <a:off x="11990051" y="3772258"/>
            <a:ext cx="4402601" cy="4189197"/>
            <a:chOff x="0" y="0"/>
            <a:chExt cx="1159533" cy="1103328"/>
          </a:xfrm>
        </p:grpSpPr>
        <p:sp>
          <p:nvSpPr>
            <p:cNvPr name="Freeform 9" id="9"/>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10" id="10"/>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11" id="11"/>
          <p:cNvGrpSpPr/>
          <p:nvPr/>
        </p:nvGrpSpPr>
        <p:grpSpPr>
          <a:xfrm rot="0">
            <a:off x="1411258" y="3772258"/>
            <a:ext cx="4402601" cy="4189197"/>
            <a:chOff x="0" y="0"/>
            <a:chExt cx="1159533" cy="1103328"/>
          </a:xfrm>
        </p:grpSpPr>
        <p:sp>
          <p:nvSpPr>
            <p:cNvPr name="Freeform 12" id="12"/>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13" id="13"/>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14" id="14"/>
          <p:cNvGrpSpPr/>
          <p:nvPr/>
        </p:nvGrpSpPr>
        <p:grpSpPr>
          <a:xfrm rot="0">
            <a:off x="6452034" y="3525620"/>
            <a:ext cx="1124480" cy="112448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17" id="17"/>
          <p:cNvGrpSpPr/>
          <p:nvPr/>
        </p:nvGrpSpPr>
        <p:grpSpPr>
          <a:xfrm rot="0">
            <a:off x="11740435" y="3525620"/>
            <a:ext cx="1124480" cy="11244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20" id="20"/>
          <p:cNvGrpSpPr/>
          <p:nvPr/>
        </p:nvGrpSpPr>
        <p:grpSpPr>
          <a:xfrm rot="0">
            <a:off x="1161642" y="3525620"/>
            <a:ext cx="1124480" cy="112448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23" id="23"/>
          <p:cNvSpPr/>
          <p:nvPr/>
        </p:nvSpPr>
        <p:spPr>
          <a:xfrm flipH="false" flipV="false" rot="0">
            <a:off x="6661644" y="3741401"/>
            <a:ext cx="705260" cy="692918"/>
          </a:xfrm>
          <a:custGeom>
            <a:avLst/>
            <a:gdLst/>
            <a:ahLst/>
            <a:cxnLst/>
            <a:rect r="r" b="b" t="t" l="l"/>
            <a:pathLst>
              <a:path h="692918" w="705260">
                <a:moveTo>
                  <a:pt x="0" y="0"/>
                </a:moveTo>
                <a:lnTo>
                  <a:pt x="705260" y="0"/>
                </a:lnTo>
                <a:lnTo>
                  <a:pt x="705260" y="692918"/>
                </a:lnTo>
                <a:lnTo>
                  <a:pt x="0" y="6929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4500947" y="1371600"/>
            <a:ext cx="9286105"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Research Problem</a:t>
            </a:r>
          </a:p>
        </p:txBody>
      </p:sp>
      <p:sp>
        <p:nvSpPr>
          <p:cNvPr name="TextBox 25" id="25"/>
          <p:cNvSpPr txBox="true"/>
          <p:nvPr/>
        </p:nvSpPr>
        <p:spPr>
          <a:xfrm rot="0">
            <a:off x="7014274"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Practical Challenge</a:t>
            </a:r>
          </a:p>
        </p:txBody>
      </p:sp>
      <p:sp>
        <p:nvSpPr>
          <p:cNvPr name="TextBox 26" id="26"/>
          <p:cNvSpPr txBox="true"/>
          <p:nvPr/>
        </p:nvSpPr>
        <p:spPr>
          <a:xfrm rot="0">
            <a:off x="12302675"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Theoretical Debate</a:t>
            </a:r>
          </a:p>
        </p:txBody>
      </p:sp>
      <p:sp>
        <p:nvSpPr>
          <p:cNvPr name="TextBox 27" id="27"/>
          <p:cNvSpPr txBox="true"/>
          <p:nvPr/>
        </p:nvSpPr>
        <p:spPr>
          <a:xfrm rot="0">
            <a:off x="1723882"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Knowledge Gap</a:t>
            </a:r>
          </a:p>
        </p:txBody>
      </p:sp>
      <p:sp>
        <p:nvSpPr>
          <p:cNvPr name="TextBox 28" id="28"/>
          <p:cNvSpPr txBox="true"/>
          <p:nvPr/>
        </p:nvSpPr>
        <p:spPr>
          <a:xfrm rot="0">
            <a:off x="7014274"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9" id="29"/>
          <p:cNvSpPr txBox="true"/>
          <p:nvPr/>
        </p:nvSpPr>
        <p:spPr>
          <a:xfrm rot="0">
            <a:off x="12302675"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30" id="30"/>
          <p:cNvSpPr txBox="true"/>
          <p:nvPr/>
        </p:nvSpPr>
        <p:spPr>
          <a:xfrm rot="0">
            <a:off x="1723882"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Freeform 31" id="31"/>
          <p:cNvSpPr/>
          <p:nvPr/>
        </p:nvSpPr>
        <p:spPr>
          <a:xfrm flipH="false" flipV="false" rot="0">
            <a:off x="15706731" y="39010"/>
            <a:ext cx="2572875" cy="2751738"/>
          </a:xfrm>
          <a:custGeom>
            <a:avLst/>
            <a:gdLst/>
            <a:ahLst/>
            <a:cxnLst/>
            <a:rect r="r" b="b" t="t" l="l"/>
            <a:pathLst>
              <a:path h="2751738" w="2572875">
                <a:moveTo>
                  <a:pt x="0" y="0"/>
                </a:moveTo>
                <a:lnTo>
                  <a:pt x="2572875" y="0"/>
                </a:lnTo>
                <a:lnTo>
                  <a:pt x="2572875" y="2751737"/>
                </a:lnTo>
                <a:lnTo>
                  <a:pt x="0" y="2751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11953598" y="3772258"/>
            <a:ext cx="698154" cy="692918"/>
          </a:xfrm>
          <a:custGeom>
            <a:avLst/>
            <a:gdLst/>
            <a:ahLst/>
            <a:cxnLst/>
            <a:rect r="r" b="b" t="t" l="l"/>
            <a:pathLst>
              <a:path h="692918" w="698154">
                <a:moveTo>
                  <a:pt x="0" y="0"/>
                </a:moveTo>
                <a:lnTo>
                  <a:pt x="698155" y="0"/>
                </a:lnTo>
                <a:lnTo>
                  <a:pt x="698155" y="692918"/>
                </a:lnTo>
                <a:lnTo>
                  <a:pt x="0" y="692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411258" y="3741401"/>
            <a:ext cx="695526" cy="692918"/>
          </a:xfrm>
          <a:custGeom>
            <a:avLst/>
            <a:gdLst/>
            <a:ahLst/>
            <a:cxnLst/>
            <a:rect r="r" b="b" t="t" l="l"/>
            <a:pathLst>
              <a:path h="692918" w="695526">
                <a:moveTo>
                  <a:pt x="0" y="0"/>
                </a:moveTo>
                <a:lnTo>
                  <a:pt x="695526" y="0"/>
                </a:lnTo>
                <a:lnTo>
                  <a:pt x="695526" y="692918"/>
                </a:lnTo>
                <a:lnTo>
                  <a:pt x="0" y="692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15236" y="4844215"/>
            <a:ext cx="5189680" cy="1286199"/>
            <a:chOff x="0" y="0"/>
            <a:chExt cx="1366829" cy="338752"/>
          </a:xfrm>
        </p:grpSpPr>
        <p:sp>
          <p:nvSpPr>
            <p:cNvPr name="Freeform 3" id="3"/>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4" id="4"/>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sp>
        <p:nvSpPr>
          <p:cNvPr name="TextBox 5" id="5"/>
          <p:cNvSpPr txBox="true"/>
          <p:nvPr/>
        </p:nvSpPr>
        <p:spPr>
          <a:xfrm rot="0">
            <a:off x="2119921" y="521807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Literary review 1</a:t>
            </a:r>
          </a:p>
        </p:txBody>
      </p:sp>
      <p:grpSp>
        <p:nvGrpSpPr>
          <p:cNvPr name="Group 6" id="6"/>
          <p:cNvGrpSpPr/>
          <p:nvPr/>
        </p:nvGrpSpPr>
        <p:grpSpPr>
          <a:xfrm rot="0">
            <a:off x="10581385" y="4872816"/>
            <a:ext cx="5189680" cy="1286199"/>
            <a:chOff x="0" y="0"/>
            <a:chExt cx="1366829" cy="338752"/>
          </a:xfrm>
        </p:grpSpPr>
        <p:sp>
          <p:nvSpPr>
            <p:cNvPr name="Freeform 7" id="7"/>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8" id="8"/>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grpSp>
        <p:nvGrpSpPr>
          <p:cNvPr name="Group 9" id="9"/>
          <p:cNvGrpSpPr/>
          <p:nvPr/>
        </p:nvGrpSpPr>
        <p:grpSpPr>
          <a:xfrm rot="0">
            <a:off x="10186070" y="4391435"/>
            <a:ext cx="1124480" cy="11244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12" id="12"/>
          <p:cNvGrpSpPr/>
          <p:nvPr/>
        </p:nvGrpSpPr>
        <p:grpSpPr>
          <a:xfrm rot="0">
            <a:off x="2119921" y="4362835"/>
            <a:ext cx="1124480" cy="11244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5" id="15"/>
          <p:cNvSpPr/>
          <p:nvPr/>
        </p:nvSpPr>
        <p:spPr>
          <a:xfrm flipH="false" flipV="false" rot="0">
            <a:off x="10465867" y="4671233"/>
            <a:ext cx="564885" cy="564885"/>
          </a:xfrm>
          <a:custGeom>
            <a:avLst/>
            <a:gdLst/>
            <a:ahLst/>
            <a:cxnLst/>
            <a:rect r="r" b="b" t="t" l="l"/>
            <a:pathLst>
              <a:path h="564885" w="564885">
                <a:moveTo>
                  <a:pt x="0" y="0"/>
                </a:moveTo>
                <a:lnTo>
                  <a:pt x="564885" y="0"/>
                </a:lnTo>
                <a:lnTo>
                  <a:pt x="564885" y="564884"/>
                </a:lnTo>
                <a:lnTo>
                  <a:pt x="0" y="564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2399718" y="4642632"/>
            <a:ext cx="564885" cy="564885"/>
          </a:xfrm>
          <a:custGeom>
            <a:avLst/>
            <a:gdLst/>
            <a:ahLst/>
            <a:cxnLst/>
            <a:rect r="r" b="b" t="t" l="l"/>
            <a:pathLst>
              <a:path h="564885" w="564885">
                <a:moveTo>
                  <a:pt x="0" y="0"/>
                </a:moveTo>
                <a:lnTo>
                  <a:pt x="564885" y="0"/>
                </a:lnTo>
                <a:lnTo>
                  <a:pt x="564885" y="564885"/>
                </a:lnTo>
                <a:lnTo>
                  <a:pt x="0" y="564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true" rot="0">
            <a:off x="0" y="8160499"/>
            <a:ext cx="1988278" cy="2126501"/>
          </a:xfrm>
          <a:custGeom>
            <a:avLst/>
            <a:gdLst/>
            <a:ahLst/>
            <a:cxnLst/>
            <a:rect r="r" b="b" t="t" l="l"/>
            <a:pathLst>
              <a:path h="2126501" w="1988278">
                <a:moveTo>
                  <a:pt x="0" y="2126501"/>
                </a:moveTo>
                <a:lnTo>
                  <a:pt x="1988278" y="2126501"/>
                </a:lnTo>
                <a:lnTo>
                  <a:pt x="1988278" y="0"/>
                </a:lnTo>
                <a:lnTo>
                  <a:pt x="0" y="0"/>
                </a:lnTo>
                <a:lnTo>
                  <a:pt x="0" y="212650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6310134" y="39010"/>
            <a:ext cx="1974988" cy="2126501"/>
          </a:xfrm>
          <a:custGeom>
            <a:avLst/>
            <a:gdLst/>
            <a:ahLst/>
            <a:cxnLst/>
            <a:rect r="r" b="b" t="t" l="l"/>
            <a:pathLst>
              <a:path h="2126501" w="1974988">
                <a:moveTo>
                  <a:pt x="0" y="0"/>
                </a:moveTo>
                <a:lnTo>
                  <a:pt x="1974988" y="0"/>
                </a:lnTo>
                <a:lnTo>
                  <a:pt x="1974988" y="2126501"/>
                </a:lnTo>
                <a:lnTo>
                  <a:pt x="0" y="2126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5067791">
            <a:off x="-503391" y="-429831"/>
            <a:ext cx="1464840" cy="1464840"/>
          </a:xfrm>
          <a:custGeom>
            <a:avLst/>
            <a:gdLst/>
            <a:ahLst/>
            <a:cxnLst/>
            <a:rect r="r" b="b" t="t" l="l"/>
            <a:pathLst>
              <a:path h="1464840" w="1464840">
                <a:moveTo>
                  <a:pt x="0" y="0"/>
                </a:moveTo>
                <a:lnTo>
                  <a:pt x="1464841" y="0"/>
                </a:lnTo>
                <a:lnTo>
                  <a:pt x="1464841" y="1464841"/>
                </a:lnTo>
                <a:lnTo>
                  <a:pt x="0" y="1464841"/>
                </a:lnTo>
                <a:lnTo>
                  <a:pt x="0" y="0"/>
                </a:lnTo>
                <a:close/>
              </a:path>
            </a:pathLst>
          </a:custGeom>
          <a:blipFill>
            <a:blip r:embed="rId10">
              <a:alphaModFix amt="19999"/>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456322" y="9223750"/>
            <a:ext cx="3657600" cy="1911096"/>
          </a:xfrm>
          <a:custGeom>
            <a:avLst/>
            <a:gdLst/>
            <a:ahLst/>
            <a:cxnLst/>
            <a:rect r="r" b="b" t="t" l="l"/>
            <a:pathLst>
              <a:path h="1911096" w="3657600">
                <a:moveTo>
                  <a:pt x="0" y="0"/>
                </a:moveTo>
                <a:lnTo>
                  <a:pt x="3657600" y="0"/>
                </a:lnTo>
                <a:lnTo>
                  <a:pt x="3657600" y="1911096"/>
                </a:lnTo>
                <a:lnTo>
                  <a:pt x="0" y="19110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4014235" y="1501935"/>
            <a:ext cx="10259531"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Literary Review</a:t>
            </a:r>
          </a:p>
        </p:txBody>
      </p:sp>
      <p:sp>
        <p:nvSpPr>
          <p:cNvPr name="TextBox 22" id="22"/>
          <p:cNvSpPr txBox="true"/>
          <p:nvPr/>
        </p:nvSpPr>
        <p:spPr>
          <a:xfrm rot="0">
            <a:off x="3348343" y="2899185"/>
            <a:ext cx="11591314" cy="70167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3" id="23"/>
          <p:cNvSpPr txBox="true"/>
          <p:nvPr/>
        </p:nvSpPr>
        <p:spPr>
          <a:xfrm rot="0">
            <a:off x="10186070" y="521807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Literary review 2</a:t>
            </a:r>
          </a:p>
        </p:txBody>
      </p:sp>
      <p:sp>
        <p:nvSpPr>
          <p:cNvPr name="TextBox 24" id="24"/>
          <p:cNvSpPr txBox="true"/>
          <p:nvPr/>
        </p:nvSpPr>
        <p:spPr>
          <a:xfrm rot="0">
            <a:off x="2119921" y="6446099"/>
            <a:ext cx="5980311"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5" id="25"/>
          <p:cNvSpPr txBox="true"/>
          <p:nvPr/>
        </p:nvSpPr>
        <p:spPr>
          <a:xfrm rot="0">
            <a:off x="10186070" y="6446099"/>
            <a:ext cx="5980311"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4481" y="3431292"/>
            <a:ext cx="3928877" cy="1029298"/>
            <a:chOff x="0" y="0"/>
            <a:chExt cx="1034766" cy="271091"/>
          </a:xfrm>
        </p:grpSpPr>
        <p:sp>
          <p:nvSpPr>
            <p:cNvPr name="Freeform 3" id="3"/>
            <p:cNvSpPr/>
            <p:nvPr/>
          </p:nvSpPr>
          <p:spPr>
            <a:xfrm flipH="false" flipV="false" rot="0">
              <a:off x="0" y="0"/>
              <a:ext cx="1034766" cy="271091"/>
            </a:xfrm>
            <a:custGeom>
              <a:avLst/>
              <a:gdLst/>
              <a:ahLst/>
              <a:cxnLst/>
              <a:rect r="r" b="b" t="t" l="l"/>
              <a:pathLst>
                <a:path h="271091" w="1034766">
                  <a:moveTo>
                    <a:pt x="100496" y="0"/>
                  </a:moveTo>
                  <a:lnTo>
                    <a:pt x="934270" y="0"/>
                  </a:lnTo>
                  <a:cubicBezTo>
                    <a:pt x="989772" y="0"/>
                    <a:pt x="1034766" y="44994"/>
                    <a:pt x="1034766" y="100496"/>
                  </a:cubicBezTo>
                  <a:lnTo>
                    <a:pt x="1034766" y="170594"/>
                  </a:lnTo>
                  <a:cubicBezTo>
                    <a:pt x="1034766" y="226097"/>
                    <a:pt x="989772" y="271091"/>
                    <a:pt x="934270" y="271091"/>
                  </a:cubicBezTo>
                  <a:lnTo>
                    <a:pt x="100496" y="271091"/>
                  </a:lnTo>
                  <a:cubicBezTo>
                    <a:pt x="44994" y="271091"/>
                    <a:pt x="0" y="226097"/>
                    <a:pt x="0" y="170594"/>
                  </a:cubicBezTo>
                  <a:lnTo>
                    <a:pt x="0" y="100496"/>
                  </a:lnTo>
                  <a:cubicBezTo>
                    <a:pt x="0" y="44994"/>
                    <a:pt x="44994" y="0"/>
                    <a:pt x="100496" y="0"/>
                  </a:cubicBezTo>
                  <a:close/>
                </a:path>
              </a:pathLst>
            </a:custGeom>
            <a:solidFill>
              <a:srgbClr val="245095"/>
            </a:solidFill>
          </p:spPr>
        </p:sp>
        <p:sp>
          <p:nvSpPr>
            <p:cNvPr name="TextBox 4" id="4"/>
            <p:cNvSpPr txBox="true"/>
            <p:nvPr/>
          </p:nvSpPr>
          <p:spPr>
            <a:xfrm>
              <a:off x="0" y="-57150"/>
              <a:ext cx="1034766" cy="328241"/>
            </a:xfrm>
            <a:prstGeom prst="rect">
              <a:avLst/>
            </a:prstGeom>
          </p:spPr>
          <p:txBody>
            <a:bodyPr anchor="ctr" rtlCol="false" tIns="50800" lIns="50800" bIns="50800" rIns="50800"/>
            <a:lstStyle/>
            <a:p>
              <a:pPr algn="ctr">
                <a:lnSpc>
                  <a:spcPts val="3643"/>
                </a:lnSpc>
              </a:pPr>
            </a:p>
          </p:txBody>
        </p:sp>
      </p:grpSp>
      <p:grpSp>
        <p:nvGrpSpPr>
          <p:cNvPr name="Group 5" id="5"/>
          <p:cNvGrpSpPr/>
          <p:nvPr/>
        </p:nvGrpSpPr>
        <p:grpSpPr>
          <a:xfrm rot="0">
            <a:off x="948249" y="3148994"/>
            <a:ext cx="925398" cy="92539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8" id="8"/>
          <p:cNvSpPr/>
          <p:nvPr/>
        </p:nvSpPr>
        <p:spPr>
          <a:xfrm flipH="false" flipV="false" rot="10733420">
            <a:off x="14883884" y="6480542"/>
            <a:ext cx="3395188" cy="954897"/>
          </a:xfrm>
          <a:custGeom>
            <a:avLst/>
            <a:gdLst/>
            <a:ahLst/>
            <a:cxnLst/>
            <a:rect r="r" b="b" t="t" l="l"/>
            <a:pathLst>
              <a:path h="954897" w="3395188">
                <a:moveTo>
                  <a:pt x="0" y="0"/>
                </a:moveTo>
                <a:lnTo>
                  <a:pt x="3395188" y="0"/>
                </a:lnTo>
                <a:lnTo>
                  <a:pt x="3395188" y="954896"/>
                </a:lnTo>
                <a:lnTo>
                  <a:pt x="0" y="9548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424960" y="1963190"/>
            <a:ext cx="6834340" cy="4994800"/>
            <a:chOff x="0" y="0"/>
            <a:chExt cx="1058818" cy="773825"/>
          </a:xfrm>
        </p:grpSpPr>
        <p:sp>
          <p:nvSpPr>
            <p:cNvPr name="Freeform 10" id="10"/>
            <p:cNvSpPr/>
            <p:nvPr/>
          </p:nvSpPr>
          <p:spPr>
            <a:xfrm flipH="false" flipV="false" rot="0">
              <a:off x="0" y="0"/>
              <a:ext cx="1058818" cy="773825"/>
            </a:xfrm>
            <a:custGeom>
              <a:avLst/>
              <a:gdLst/>
              <a:ahLst/>
              <a:cxnLst/>
              <a:rect r="r" b="b" t="t" l="l"/>
              <a:pathLst>
                <a:path h="773825" w="1058818">
                  <a:moveTo>
                    <a:pt x="26054" y="0"/>
                  </a:moveTo>
                  <a:lnTo>
                    <a:pt x="1032764" y="0"/>
                  </a:lnTo>
                  <a:cubicBezTo>
                    <a:pt x="1039674" y="0"/>
                    <a:pt x="1046301" y="2745"/>
                    <a:pt x="1051187" y="7631"/>
                  </a:cubicBezTo>
                  <a:cubicBezTo>
                    <a:pt x="1056073" y="12517"/>
                    <a:pt x="1058818" y="19144"/>
                    <a:pt x="1058818" y="26054"/>
                  </a:cubicBezTo>
                  <a:lnTo>
                    <a:pt x="1058818" y="747771"/>
                  </a:lnTo>
                  <a:cubicBezTo>
                    <a:pt x="1058818" y="754681"/>
                    <a:pt x="1056073" y="761308"/>
                    <a:pt x="1051187" y="766194"/>
                  </a:cubicBezTo>
                  <a:cubicBezTo>
                    <a:pt x="1046301" y="771080"/>
                    <a:pt x="1039674" y="773825"/>
                    <a:pt x="1032764" y="773825"/>
                  </a:cubicBezTo>
                  <a:lnTo>
                    <a:pt x="26054" y="773825"/>
                  </a:lnTo>
                  <a:cubicBezTo>
                    <a:pt x="19144" y="773825"/>
                    <a:pt x="12517" y="771080"/>
                    <a:pt x="7631" y="766194"/>
                  </a:cubicBezTo>
                  <a:cubicBezTo>
                    <a:pt x="2745" y="761308"/>
                    <a:pt x="0" y="754681"/>
                    <a:pt x="0" y="747771"/>
                  </a:cubicBezTo>
                  <a:lnTo>
                    <a:pt x="0" y="26054"/>
                  </a:lnTo>
                  <a:cubicBezTo>
                    <a:pt x="0" y="19144"/>
                    <a:pt x="2745" y="12517"/>
                    <a:pt x="7631" y="7631"/>
                  </a:cubicBezTo>
                  <a:cubicBezTo>
                    <a:pt x="12517" y="2745"/>
                    <a:pt x="19144" y="0"/>
                    <a:pt x="26054" y="0"/>
                  </a:cubicBezTo>
                  <a:close/>
                </a:path>
              </a:pathLst>
            </a:custGeom>
            <a:blipFill>
              <a:blip r:embed="rId4"/>
              <a:stretch>
                <a:fillRect l="-2229" t="0" r="-7464" b="0"/>
              </a:stretch>
            </a:blipFill>
          </p:spPr>
        </p:sp>
      </p:grpSp>
      <p:sp>
        <p:nvSpPr>
          <p:cNvPr name="Freeform 11" id="11"/>
          <p:cNvSpPr/>
          <p:nvPr/>
        </p:nvSpPr>
        <p:spPr>
          <a:xfrm flipH="false" flipV="false" rot="0">
            <a:off x="1174563" y="3421951"/>
            <a:ext cx="461378" cy="379483"/>
          </a:xfrm>
          <a:custGeom>
            <a:avLst/>
            <a:gdLst/>
            <a:ahLst/>
            <a:cxnLst/>
            <a:rect r="r" b="b" t="t" l="l"/>
            <a:pathLst>
              <a:path h="379483" w="461378">
                <a:moveTo>
                  <a:pt x="0" y="0"/>
                </a:moveTo>
                <a:lnTo>
                  <a:pt x="461377" y="0"/>
                </a:lnTo>
                <a:lnTo>
                  <a:pt x="461377" y="379483"/>
                </a:lnTo>
                <a:lnTo>
                  <a:pt x="0" y="379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812589" y="6584490"/>
            <a:ext cx="3928877" cy="1029298"/>
            <a:chOff x="0" y="0"/>
            <a:chExt cx="1034766" cy="271091"/>
          </a:xfrm>
        </p:grpSpPr>
        <p:sp>
          <p:nvSpPr>
            <p:cNvPr name="Freeform 13" id="13"/>
            <p:cNvSpPr/>
            <p:nvPr/>
          </p:nvSpPr>
          <p:spPr>
            <a:xfrm flipH="false" flipV="false" rot="0">
              <a:off x="0" y="0"/>
              <a:ext cx="1034766" cy="271091"/>
            </a:xfrm>
            <a:custGeom>
              <a:avLst/>
              <a:gdLst/>
              <a:ahLst/>
              <a:cxnLst/>
              <a:rect r="r" b="b" t="t" l="l"/>
              <a:pathLst>
                <a:path h="271091" w="1034766">
                  <a:moveTo>
                    <a:pt x="100496" y="0"/>
                  </a:moveTo>
                  <a:lnTo>
                    <a:pt x="934270" y="0"/>
                  </a:lnTo>
                  <a:cubicBezTo>
                    <a:pt x="989772" y="0"/>
                    <a:pt x="1034766" y="44994"/>
                    <a:pt x="1034766" y="100496"/>
                  </a:cubicBezTo>
                  <a:lnTo>
                    <a:pt x="1034766" y="170594"/>
                  </a:lnTo>
                  <a:cubicBezTo>
                    <a:pt x="1034766" y="226097"/>
                    <a:pt x="989772" y="271091"/>
                    <a:pt x="934270" y="271091"/>
                  </a:cubicBezTo>
                  <a:lnTo>
                    <a:pt x="100496" y="271091"/>
                  </a:lnTo>
                  <a:cubicBezTo>
                    <a:pt x="44994" y="271091"/>
                    <a:pt x="0" y="226097"/>
                    <a:pt x="0" y="170594"/>
                  </a:cubicBezTo>
                  <a:lnTo>
                    <a:pt x="0" y="100496"/>
                  </a:lnTo>
                  <a:cubicBezTo>
                    <a:pt x="0" y="44994"/>
                    <a:pt x="44994" y="0"/>
                    <a:pt x="100496" y="0"/>
                  </a:cubicBezTo>
                  <a:close/>
                </a:path>
              </a:pathLst>
            </a:custGeom>
            <a:solidFill>
              <a:srgbClr val="245095"/>
            </a:solidFill>
          </p:spPr>
        </p:sp>
        <p:sp>
          <p:nvSpPr>
            <p:cNvPr name="TextBox 14" id="14"/>
            <p:cNvSpPr txBox="true"/>
            <p:nvPr/>
          </p:nvSpPr>
          <p:spPr>
            <a:xfrm>
              <a:off x="0" y="-57150"/>
              <a:ext cx="1034766" cy="328241"/>
            </a:xfrm>
            <a:prstGeom prst="rect">
              <a:avLst/>
            </a:prstGeom>
          </p:spPr>
          <p:txBody>
            <a:bodyPr anchor="ctr" rtlCol="false" tIns="50800" lIns="50800" bIns="50800" rIns="50800"/>
            <a:lstStyle/>
            <a:p>
              <a:pPr algn="ctr">
                <a:lnSpc>
                  <a:spcPts val="3643"/>
                </a:lnSpc>
              </a:pPr>
            </a:p>
          </p:txBody>
        </p:sp>
      </p:grpSp>
      <p:grpSp>
        <p:nvGrpSpPr>
          <p:cNvPr name="Group 15" id="15"/>
          <p:cNvGrpSpPr/>
          <p:nvPr/>
        </p:nvGrpSpPr>
        <p:grpSpPr>
          <a:xfrm rot="0">
            <a:off x="4616356" y="6302192"/>
            <a:ext cx="925398" cy="92539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8" id="18"/>
          <p:cNvSpPr/>
          <p:nvPr/>
        </p:nvSpPr>
        <p:spPr>
          <a:xfrm flipH="false" flipV="false" rot="0">
            <a:off x="4804222" y="6575149"/>
            <a:ext cx="538274" cy="379483"/>
          </a:xfrm>
          <a:custGeom>
            <a:avLst/>
            <a:gdLst/>
            <a:ahLst/>
            <a:cxnLst/>
            <a:rect r="r" b="b" t="t" l="l"/>
            <a:pathLst>
              <a:path h="379483" w="538274">
                <a:moveTo>
                  <a:pt x="0" y="0"/>
                </a:moveTo>
                <a:lnTo>
                  <a:pt x="538273" y="0"/>
                </a:lnTo>
                <a:lnTo>
                  <a:pt x="538273" y="379483"/>
                </a:lnTo>
                <a:lnTo>
                  <a:pt x="0" y="3794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true" rot="0">
            <a:off x="6067" y="0"/>
            <a:ext cx="1884362" cy="1884362"/>
          </a:xfrm>
          <a:custGeom>
            <a:avLst/>
            <a:gdLst/>
            <a:ahLst/>
            <a:cxnLst/>
            <a:rect r="r" b="b" t="t" l="l"/>
            <a:pathLst>
              <a:path h="1884362" w="1884362">
                <a:moveTo>
                  <a:pt x="0" y="1884362"/>
                </a:moveTo>
                <a:lnTo>
                  <a:pt x="1884363" y="1884362"/>
                </a:lnTo>
                <a:lnTo>
                  <a:pt x="1884363" y="0"/>
                </a:lnTo>
                <a:lnTo>
                  <a:pt x="0" y="0"/>
                </a:lnTo>
                <a:lnTo>
                  <a:pt x="0" y="1884362"/>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6509633" y="8402638"/>
            <a:ext cx="1778367" cy="1884362"/>
          </a:xfrm>
          <a:custGeom>
            <a:avLst/>
            <a:gdLst/>
            <a:ahLst/>
            <a:cxnLst/>
            <a:rect r="r" b="b" t="t" l="l"/>
            <a:pathLst>
              <a:path h="1884362" w="1778367">
                <a:moveTo>
                  <a:pt x="0" y="0"/>
                </a:moveTo>
                <a:lnTo>
                  <a:pt x="1778367" y="0"/>
                </a:lnTo>
                <a:lnTo>
                  <a:pt x="1778367" y="1884362"/>
                </a:lnTo>
                <a:lnTo>
                  <a:pt x="0" y="18843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true" flipV="false" rot="0">
            <a:off x="13842130"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3">
              <a:extLst>
                <a:ext uri="{96DAC541-7B7A-43D3-8B79-37D633B846F1}">
                  <asvg:svgBlip xmlns:asvg="http://schemas.microsoft.com/office/drawing/2016/SVG/main" r:embed="rId14"/>
                </a:ext>
              </a:extLst>
            </a:blip>
            <a:stretch>
              <a:fillRect l="-10767" t="-45011" r="-34243" b="0"/>
            </a:stretch>
          </a:blipFill>
        </p:spPr>
      </p:sp>
      <p:sp>
        <p:nvSpPr>
          <p:cNvPr name="Freeform 22" id="22"/>
          <p:cNvSpPr/>
          <p:nvPr/>
        </p:nvSpPr>
        <p:spPr>
          <a:xfrm flipH="true" flipV="false" rot="0">
            <a:off x="-3299792" y="995781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3">
              <a:extLst>
                <a:ext uri="{96DAC541-7B7A-43D3-8B79-37D633B846F1}">
                  <asvg:svgBlip xmlns:asvg="http://schemas.microsoft.com/office/drawing/2016/SVG/main" r:embed="rId14"/>
                </a:ext>
              </a:extLst>
            </a:blip>
            <a:stretch>
              <a:fillRect l="-10767" t="-45011" r="-34243" b="0"/>
            </a:stretch>
          </a:blipFill>
        </p:spPr>
      </p:sp>
      <p:sp>
        <p:nvSpPr>
          <p:cNvPr name="TextBox 23" id="23"/>
          <p:cNvSpPr txBox="true"/>
          <p:nvPr/>
        </p:nvSpPr>
        <p:spPr>
          <a:xfrm rot="0">
            <a:off x="2204189" y="895350"/>
            <a:ext cx="7336214"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Methodology</a:t>
            </a:r>
          </a:p>
        </p:txBody>
      </p:sp>
      <p:sp>
        <p:nvSpPr>
          <p:cNvPr name="TextBox 24" id="24"/>
          <p:cNvSpPr txBox="true"/>
          <p:nvPr/>
        </p:nvSpPr>
        <p:spPr>
          <a:xfrm rot="0">
            <a:off x="2083203" y="3676701"/>
            <a:ext cx="2504604"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Quantitative</a:t>
            </a:r>
          </a:p>
        </p:txBody>
      </p:sp>
      <p:sp>
        <p:nvSpPr>
          <p:cNvPr name="TextBox 25" id="25"/>
          <p:cNvSpPr txBox="true"/>
          <p:nvPr/>
        </p:nvSpPr>
        <p:spPr>
          <a:xfrm rot="0">
            <a:off x="5872296" y="6829899"/>
            <a:ext cx="2191218"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Qualitative</a:t>
            </a:r>
          </a:p>
        </p:txBody>
      </p:sp>
      <p:sp>
        <p:nvSpPr>
          <p:cNvPr name="TextBox 26" id="26"/>
          <p:cNvSpPr txBox="true"/>
          <p:nvPr/>
        </p:nvSpPr>
        <p:spPr>
          <a:xfrm rot="0">
            <a:off x="1405251" y="4772387"/>
            <a:ext cx="6365112"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7" id="27"/>
          <p:cNvSpPr txBox="true"/>
          <p:nvPr/>
        </p:nvSpPr>
        <p:spPr>
          <a:xfrm rot="0">
            <a:off x="5227279" y="7851775"/>
            <a:ext cx="6313805"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522080"/>
            <a:ext cx="8767214" cy="4500428"/>
            <a:chOff x="0" y="0"/>
            <a:chExt cx="1358271" cy="697234"/>
          </a:xfrm>
        </p:grpSpPr>
        <p:sp>
          <p:nvSpPr>
            <p:cNvPr name="Freeform 3" id="3"/>
            <p:cNvSpPr/>
            <p:nvPr/>
          </p:nvSpPr>
          <p:spPr>
            <a:xfrm flipH="false" flipV="false" rot="0">
              <a:off x="0" y="0"/>
              <a:ext cx="1358271" cy="697234"/>
            </a:xfrm>
            <a:custGeom>
              <a:avLst/>
              <a:gdLst/>
              <a:ahLst/>
              <a:cxnLst/>
              <a:rect r="r" b="b" t="t" l="l"/>
              <a:pathLst>
                <a:path h="697234" w="1358271">
                  <a:moveTo>
                    <a:pt x="36205" y="0"/>
                  </a:moveTo>
                  <a:lnTo>
                    <a:pt x="1322066" y="0"/>
                  </a:lnTo>
                  <a:cubicBezTo>
                    <a:pt x="1331668" y="0"/>
                    <a:pt x="1340877" y="3814"/>
                    <a:pt x="1347667" y="10604"/>
                  </a:cubicBezTo>
                  <a:cubicBezTo>
                    <a:pt x="1354456" y="17394"/>
                    <a:pt x="1358271" y="26603"/>
                    <a:pt x="1358271" y="36205"/>
                  </a:cubicBezTo>
                  <a:lnTo>
                    <a:pt x="1358271" y="661029"/>
                  </a:lnTo>
                  <a:cubicBezTo>
                    <a:pt x="1358271" y="670631"/>
                    <a:pt x="1354456" y="679840"/>
                    <a:pt x="1347667" y="686630"/>
                  </a:cubicBezTo>
                  <a:cubicBezTo>
                    <a:pt x="1340877" y="693420"/>
                    <a:pt x="1331668" y="697234"/>
                    <a:pt x="1322066" y="697234"/>
                  </a:cubicBezTo>
                  <a:lnTo>
                    <a:pt x="36205" y="697234"/>
                  </a:lnTo>
                  <a:cubicBezTo>
                    <a:pt x="26603" y="697234"/>
                    <a:pt x="17394" y="693420"/>
                    <a:pt x="10604" y="686630"/>
                  </a:cubicBezTo>
                  <a:cubicBezTo>
                    <a:pt x="3814" y="679840"/>
                    <a:pt x="0" y="670631"/>
                    <a:pt x="0" y="661029"/>
                  </a:cubicBezTo>
                  <a:lnTo>
                    <a:pt x="0" y="36205"/>
                  </a:lnTo>
                  <a:cubicBezTo>
                    <a:pt x="0" y="26603"/>
                    <a:pt x="3814" y="17394"/>
                    <a:pt x="10604" y="10604"/>
                  </a:cubicBezTo>
                  <a:cubicBezTo>
                    <a:pt x="17394" y="3814"/>
                    <a:pt x="26603" y="0"/>
                    <a:pt x="36205" y="0"/>
                  </a:cubicBezTo>
                  <a:close/>
                </a:path>
              </a:pathLst>
            </a:custGeom>
            <a:blipFill>
              <a:blip r:embed="rId2"/>
              <a:stretch>
                <a:fillRect l="0" t="-12907" r="0" b="-16883"/>
              </a:stretch>
            </a:blipFill>
          </p:spPr>
        </p:sp>
      </p:grpSp>
      <p:grpSp>
        <p:nvGrpSpPr>
          <p:cNvPr name="Group 4" id="4"/>
          <p:cNvGrpSpPr/>
          <p:nvPr/>
        </p:nvGrpSpPr>
        <p:grpSpPr>
          <a:xfrm rot="0">
            <a:off x="4869040" y="6405908"/>
            <a:ext cx="8799535" cy="2852392"/>
            <a:chOff x="0" y="0"/>
            <a:chExt cx="2317573" cy="751247"/>
          </a:xfrm>
        </p:grpSpPr>
        <p:sp>
          <p:nvSpPr>
            <p:cNvPr name="Freeform 5" id="5"/>
            <p:cNvSpPr/>
            <p:nvPr/>
          </p:nvSpPr>
          <p:spPr>
            <a:xfrm flipH="false" flipV="false" rot="0">
              <a:off x="0" y="0"/>
              <a:ext cx="2317573" cy="751247"/>
            </a:xfrm>
            <a:custGeom>
              <a:avLst/>
              <a:gdLst/>
              <a:ahLst/>
              <a:cxnLst/>
              <a:rect r="r" b="b" t="t" l="l"/>
              <a:pathLst>
                <a:path h="751247" w="2317573">
                  <a:moveTo>
                    <a:pt x="44870" y="0"/>
                  </a:moveTo>
                  <a:lnTo>
                    <a:pt x="2272703" y="0"/>
                  </a:lnTo>
                  <a:cubicBezTo>
                    <a:pt x="2284603" y="0"/>
                    <a:pt x="2296016" y="4727"/>
                    <a:pt x="2304431" y="13142"/>
                  </a:cubicBezTo>
                  <a:cubicBezTo>
                    <a:pt x="2312846" y="21557"/>
                    <a:pt x="2317573" y="32970"/>
                    <a:pt x="2317573" y="44870"/>
                  </a:cubicBezTo>
                  <a:lnTo>
                    <a:pt x="2317573" y="706377"/>
                  </a:lnTo>
                  <a:cubicBezTo>
                    <a:pt x="2317573" y="718277"/>
                    <a:pt x="2312846" y="729690"/>
                    <a:pt x="2304431" y="738105"/>
                  </a:cubicBezTo>
                  <a:cubicBezTo>
                    <a:pt x="2296016" y="746520"/>
                    <a:pt x="2284603" y="751247"/>
                    <a:pt x="2272703" y="751247"/>
                  </a:cubicBezTo>
                  <a:lnTo>
                    <a:pt x="44870" y="751247"/>
                  </a:lnTo>
                  <a:cubicBezTo>
                    <a:pt x="32970" y="751247"/>
                    <a:pt x="21557" y="746520"/>
                    <a:pt x="13142" y="738105"/>
                  </a:cubicBezTo>
                  <a:cubicBezTo>
                    <a:pt x="4727" y="729690"/>
                    <a:pt x="0" y="718277"/>
                    <a:pt x="0" y="706377"/>
                  </a:cubicBezTo>
                  <a:lnTo>
                    <a:pt x="0" y="44870"/>
                  </a:lnTo>
                  <a:cubicBezTo>
                    <a:pt x="0" y="32970"/>
                    <a:pt x="4727" y="21557"/>
                    <a:pt x="13142" y="13142"/>
                  </a:cubicBezTo>
                  <a:cubicBezTo>
                    <a:pt x="21557" y="4727"/>
                    <a:pt x="32970" y="0"/>
                    <a:pt x="44870" y="0"/>
                  </a:cubicBezTo>
                  <a:close/>
                </a:path>
              </a:pathLst>
            </a:custGeom>
            <a:solidFill>
              <a:srgbClr val="245095"/>
            </a:solidFill>
          </p:spPr>
        </p:sp>
        <p:sp>
          <p:nvSpPr>
            <p:cNvPr name="TextBox 6" id="6"/>
            <p:cNvSpPr txBox="true"/>
            <p:nvPr/>
          </p:nvSpPr>
          <p:spPr>
            <a:xfrm>
              <a:off x="0" y="-57150"/>
              <a:ext cx="2317573" cy="808397"/>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4619425" y="6159271"/>
            <a:ext cx="1124480" cy="11244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6364641" y="8212023"/>
            <a:ext cx="1923359" cy="2068128"/>
          </a:xfrm>
          <a:custGeom>
            <a:avLst/>
            <a:gdLst/>
            <a:ahLst/>
            <a:cxnLst/>
            <a:rect r="r" b="b" t="t" l="l"/>
            <a:pathLst>
              <a:path h="2068128" w="1923359">
                <a:moveTo>
                  <a:pt x="0" y="0"/>
                </a:moveTo>
                <a:lnTo>
                  <a:pt x="1923359" y="0"/>
                </a:lnTo>
                <a:lnTo>
                  <a:pt x="1923359" y="2068128"/>
                </a:lnTo>
                <a:lnTo>
                  <a:pt x="0" y="2068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4859515" y="6384845"/>
            <a:ext cx="628139" cy="628139"/>
          </a:xfrm>
          <a:custGeom>
            <a:avLst/>
            <a:gdLst/>
            <a:ahLst/>
            <a:cxnLst/>
            <a:rect r="r" b="b" t="t" l="l"/>
            <a:pathLst>
              <a:path h="628139" w="628139">
                <a:moveTo>
                  <a:pt x="0" y="0"/>
                </a:moveTo>
                <a:lnTo>
                  <a:pt x="628139" y="0"/>
                </a:lnTo>
                <a:lnTo>
                  <a:pt x="628139" y="628138"/>
                </a:lnTo>
                <a:lnTo>
                  <a:pt x="0" y="6281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9">
              <a:alphaModFix amt="63000"/>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0">
            <a:off x="10344037" y="2388730"/>
            <a:ext cx="495488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Results</a:t>
            </a:r>
          </a:p>
        </p:txBody>
      </p:sp>
      <p:sp>
        <p:nvSpPr>
          <p:cNvPr name="TextBox 17" id="17"/>
          <p:cNvSpPr txBox="true"/>
          <p:nvPr/>
        </p:nvSpPr>
        <p:spPr>
          <a:xfrm rot="0">
            <a:off x="10344037" y="4469008"/>
            <a:ext cx="6187315"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8" id="18"/>
          <p:cNvSpPr txBox="true"/>
          <p:nvPr/>
        </p:nvSpPr>
        <p:spPr>
          <a:xfrm rot="0">
            <a:off x="5743904" y="7661160"/>
            <a:ext cx="786019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9" id="19"/>
          <p:cNvSpPr txBox="true"/>
          <p:nvPr/>
        </p:nvSpPr>
        <p:spPr>
          <a:xfrm rot="0">
            <a:off x="5743904" y="6965358"/>
            <a:ext cx="5361611"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Significant Trends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1694350"/>
            <a:ext cx="7245369" cy="6644850"/>
            <a:chOff x="0" y="0"/>
            <a:chExt cx="1122497" cy="1029461"/>
          </a:xfrm>
        </p:grpSpPr>
        <p:sp>
          <p:nvSpPr>
            <p:cNvPr name="Freeform 3" id="3"/>
            <p:cNvSpPr/>
            <p:nvPr/>
          </p:nvSpPr>
          <p:spPr>
            <a:xfrm flipH="false" flipV="false" rot="0">
              <a:off x="0" y="0"/>
              <a:ext cx="1122497" cy="1029461"/>
            </a:xfrm>
            <a:custGeom>
              <a:avLst/>
              <a:gdLst/>
              <a:ahLst/>
              <a:cxnLst/>
              <a:rect r="r" b="b" t="t" l="l"/>
              <a:pathLst>
                <a:path h="1029461" w="1122497">
                  <a:moveTo>
                    <a:pt x="43810" y="0"/>
                  </a:moveTo>
                  <a:lnTo>
                    <a:pt x="1078687" y="0"/>
                  </a:lnTo>
                  <a:cubicBezTo>
                    <a:pt x="1090307" y="0"/>
                    <a:pt x="1101450" y="4616"/>
                    <a:pt x="1109666" y="12832"/>
                  </a:cubicBezTo>
                  <a:cubicBezTo>
                    <a:pt x="1117882" y="21048"/>
                    <a:pt x="1122497" y="32191"/>
                    <a:pt x="1122497" y="43810"/>
                  </a:cubicBezTo>
                  <a:lnTo>
                    <a:pt x="1122497" y="985651"/>
                  </a:lnTo>
                  <a:cubicBezTo>
                    <a:pt x="1122497" y="1009847"/>
                    <a:pt x="1102883" y="1029461"/>
                    <a:pt x="1078687" y="1029461"/>
                  </a:cubicBezTo>
                  <a:lnTo>
                    <a:pt x="43810" y="1029461"/>
                  </a:lnTo>
                  <a:cubicBezTo>
                    <a:pt x="32191" y="1029461"/>
                    <a:pt x="21048" y="1024845"/>
                    <a:pt x="12832" y="1016630"/>
                  </a:cubicBezTo>
                  <a:cubicBezTo>
                    <a:pt x="4616" y="1008414"/>
                    <a:pt x="0" y="997270"/>
                    <a:pt x="0" y="985651"/>
                  </a:cubicBezTo>
                  <a:lnTo>
                    <a:pt x="0" y="43810"/>
                  </a:lnTo>
                  <a:cubicBezTo>
                    <a:pt x="0" y="32191"/>
                    <a:pt x="4616" y="21048"/>
                    <a:pt x="12832" y="12832"/>
                  </a:cubicBezTo>
                  <a:cubicBezTo>
                    <a:pt x="21048" y="4616"/>
                    <a:pt x="32191" y="0"/>
                    <a:pt x="43810" y="0"/>
                  </a:cubicBezTo>
                  <a:close/>
                </a:path>
              </a:pathLst>
            </a:custGeom>
            <a:blipFill>
              <a:blip r:embed="rId2"/>
              <a:stretch>
                <a:fillRect l="-35700" t="0" r="-1953" b="0"/>
              </a:stretch>
            </a:blipFill>
          </p:spPr>
        </p:sp>
      </p:grpSp>
      <p:grpSp>
        <p:nvGrpSpPr>
          <p:cNvPr name="Group 4" id="4"/>
          <p:cNvGrpSpPr/>
          <p:nvPr/>
        </p:nvGrpSpPr>
        <p:grpSpPr>
          <a:xfrm rot="0">
            <a:off x="6603280" y="7380738"/>
            <a:ext cx="7594950" cy="1877562"/>
            <a:chOff x="0" y="0"/>
            <a:chExt cx="2000316" cy="494502"/>
          </a:xfrm>
        </p:grpSpPr>
        <p:sp>
          <p:nvSpPr>
            <p:cNvPr name="Freeform 5" id="5"/>
            <p:cNvSpPr/>
            <p:nvPr/>
          </p:nvSpPr>
          <p:spPr>
            <a:xfrm flipH="false" flipV="false" rot="0">
              <a:off x="0" y="0"/>
              <a:ext cx="2000316" cy="494502"/>
            </a:xfrm>
            <a:custGeom>
              <a:avLst/>
              <a:gdLst/>
              <a:ahLst/>
              <a:cxnLst/>
              <a:rect r="r" b="b" t="t" l="l"/>
              <a:pathLst>
                <a:path h="494502" w="2000316">
                  <a:moveTo>
                    <a:pt x="51987" y="0"/>
                  </a:moveTo>
                  <a:lnTo>
                    <a:pt x="1948329" y="0"/>
                  </a:lnTo>
                  <a:cubicBezTo>
                    <a:pt x="1962117" y="0"/>
                    <a:pt x="1975340" y="5477"/>
                    <a:pt x="1985089" y="15227"/>
                  </a:cubicBezTo>
                  <a:cubicBezTo>
                    <a:pt x="1994839" y="24976"/>
                    <a:pt x="2000316" y="38199"/>
                    <a:pt x="2000316" y="51987"/>
                  </a:cubicBezTo>
                  <a:lnTo>
                    <a:pt x="2000316" y="442515"/>
                  </a:lnTo>
                  <a:cubicBezTo>
                    <a:pt x="2000316" y="471227"/>
                    <a:pt x="1977041" y="494502"/>
                    <a:pt x="1948329" y="494502"/>
                  </a:cubicBezTo>
                  <a:lnTo>
                    <a:pt x="51987" y="494502"/>
                  </a:lnTo>
                  <a:cubicBezTo>
                    <a:pt x="23275" y="494502"/>
                    <a:pt x="0" y="471227"/>
                    <a:pt x="0" y="442515"/>
                  </a:cubicBezTo>
                  <a:lnTo>
                    <a:pt x="0" y="51987"/>
                  </a:lnTo>
                  <a:cubicBezTo>
                    <a:pt x="0" y="23275"/>
                    <a:pt x="23275" y="0"/>
                    <a:pt x="51987" y="0"/>
                  </a:cubicBezTo>
                  <a:close/>
                </a:path>
              </a:pathLst>
            </a:custGeom>
            <a:solidFill>
              <a:srgbClr val="245095"/>
            </a:solidFill>
          </p:spPr>
        </p:sp>
        <p:sp>
          <p:nvSpPr>
            <p:cNvPr name="TextBox 6" id="6"/>
            <p:cNvSpPr txBox="true"/>
            <p:nvPr/>
          </p:nvSpPr>
          <p:spPr>
            <a:xfrm>
              <a:off x="0" y="-57150"/>
              <a:ext cx="2000316" cy="551652"/>
            </a:xfrm>
            <a:prstGeom prst="rect">
              <a:avLst/>
            </a:prstGeom>
          </p:spPr>
          <p:txBody>
            <a:bodyPr anchor="ctr" rtlCol="false" tIns="50800" lIns="50800" bIns="50800" rIns="50800"/>
            <a:lstStyle/>
            <a:p>
              <a:pPr algn="ctr">
                <a:lnSpc>
                  <a:spcPts val="3643"/>
                </a:lnSpc>
              </a:pPr>
            </a:p>
          </p:txBody>
        </p:sp>
      </p:grpSp>
      <p:sp>
        <p:nvSpPr>
          <p:cNvPr name="Freeform 7" id="7"/>
          <p:cNvSpPr/>
          <p:nvPr/>
        </p:nvSpPr>
        <p:spPr>
          <a:xfrm flipH="false" flipV="false" rot="0">
            <a:off x="1462401" y="3885924"/>
            <a:ext cx="547708" cy="539493"/>
          </a:xfrm>
          <a:custGeom>
            <a:avLst/>
            <a:gdLst/>
            <a:ahLst/>
            <a:cxnLst/>
            <a:rect r="r" b="b" t="t" l="l"/>
            <a:pathLst>
              <a:path h="539493" w="547708">
                <a:moveTo>
                  <a:pt x="0" y="0"/>
                </a:moveTo>
                <a:lnTo>
                  <a:pt x="547709" y="0"/>
                </a:lnTo>
                <a:lnTo>
                  <a:pt x="547709" y="539492"/>
                </a:lnTo>
                <a:lnTo>
                  <a:pt x="0" y="539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7746993"/>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5400000">
            <a:off x="17270954" y="9119166"/>
            <a:ext cx="896962" cy="1175230"/>
            <a:chOff x="0" y="0"/>
            <a:chExt cx="1195949" cy="1566974"/>
          </a:xfrm>
        </p:grpSpPr>
        <p:sp>
          <p:nvSpPr>
            <p:cNvPr name="Freeform 11" id="11"/>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sp>
          <p:nvSpPr>
            <p:cNvPr name="Freeform 12" id="12"/>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grpSp>
      <p:sp>
        <p:nvSpPr>
          <p:cNvPr name="Freeform 13" id="13"/>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1">
              <a:extLst>
                <a:ext uri="{96DAC541-7B7A-43D3-8B79-37D633B846F1}">
                  <asvg:svgBlip xmlns:asvg="http://schemas.microsoft.com/office/drawing/2016/SVG/main" r:embed="rId12"/>
                </a:ext>
              </a:extLst>
            </a:blip>
            <a:stretch>
              <a:fillRect l="-10767" t="-45011" r="-34243" b="0"/>
            </a:stretch>
          </a:blipFill>
        </p:spPr>
      </p:sp>
      <p:sp>
        <p:nvSpPr>
          <p:cNvPr name="TextBox 14" id="14"/>
          <p:cNvSpPr txBox="true"/>
          <p:nvPr/>
        </p:nvSpPr>
        <p:spPr>
          <a:xfrm rot="0">
            <a:off x="1557249" y="1561000"/>
            <a:ext cx="495488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Findings</a:t>
            </a:r>
          </a:p>
        </p:txBody>
      </p:sp>
      <p:sp>
        <p:nvSpPr>
          <p:cNvPr name="TextBox 15" id="15"/>
          <p:cNvSpPr txBox="true"/>
          <p:nvPr/>
        </p:nvSpPr>
        <p:spPr>
          <a:xfrm rot="0">
            <a:off x="2328774" y="3886430"/>
            <a:ext cx="5856006" cy="481330"/>
          </a:xfrm>
          <a:prstGeom prst="rect">
            <a:avLst/>
          </a:prstGeom>
        </p:spPr>
        <p:txBody>
          <a:bodyPr anchor="t" rtlCol="false" tIns="0" lIns="0" bIns="0" rIns="0">
            <a:spAutoFit/>
          </a:bodyPr>
          <a:lstStyle/>
          <a:p>
            <a:pPr algn="l">
              <a:lnSpc>
                <a:spcPts val="3920"/>
              </a:lnSpc>
            </a:pPr>
            <a:r>
              <a:rPr lang="en-US" sz="2800" b="true">
                <a:solidFill>
                  <a:srgbClr val="0F3460"/>
                </a:solidFill>
                <a:latin typeface="Open Sans Bold"/>
                <a:ea typeface="Open Sans Bold"/>
                <a:cs typeface="Open Sans Bold"/>
                <a:sym typeface="Open Sans Bold"/>
              </a:rPr>
              <a:t>Unexpected Findings</a:t>
            </a:r>
          </a:p>
        </p:txBody>
      </p:sp>
      <p:sp>
        <p:nvSpPr>
          <p:cNvPr name="TextBox 16" id="16"/>
          <p:cNvSpPr txBox="true"/>
          <p:nvPr/>
        </p:nvSpPr>
        <p:spPr>
          <a:xfrm rot="0">
            <a:off x="2328774" y="4683445"/>
            <a:ext cx="5856006" cy="1406525"/>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7" id="17"/>
          <p:cNvSpPr txBox="true"/>
          <p:nvPr/>
        </p:nvSpPr>
        <p:spPr>
          <a:xfrm rot="0">
            <a:off x="7067630" y="7768657"/>
            <a:ext cx="6666248"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61823" y="1361525"/>
            <a:ext cx="7797477" cy="7563950"/>
            <a:chOff x="0" y="0"/>
            <a:chExt cx="1065463" cy="1033554"/>
          </a:xfrm>
        </p:grpSpPr>
        <p:sp>
          <p:nvSpPr>
            <p:cNvPr name="Freeform 3" id="3"/>
            <p:cNvSpPr/>
            <p:nvPr/>
          </p:nvSpPr>
          <p:spPr>
            <a:xfrm flipH="false" flipV="false" rot="0">
              <a:off x="0" y="0"/>
              <a:ext cx="1065463" cy="1033553"/>
            </a:xfrm>
            <a:custGeom>
              <a:avLst/>
              <a:gdLst/>
              <a:ahLst/>
              <a:cxnLst/>
              <a:rect r="r" b="b" t="t" l="l"/>
              <a:pathLst>
                <a:path h="1033553" w="1065463">
                  <a:moveTo>
                    <a:pt x="40708" y="0"/>
                  </a:moveTo>
                  <a:lnTo>
                    <a:pt x="1024755" y="0"/>
                  </a:lnTo>
                  <a:cubicBezTo>
                    <a:pt x="1047238" y="0"/>
                    <a:pt x="1065463" y="18226"/>
                    <a:pt x="1065463" y="40708"/>
                  </a:cubicBezTo>
                  <a:lnTo>
                    <a:pt x="1065463" y="992846"/>
                  </a:lnTo>
                  <a:cubicBezTo>
                    <a:pt x="1065463" y="1003642"/>
                    <a:pt x="1061174" y="1013996"/>
                    <a:pt x="1053540" y="1021630"/>
                  </a:cubicBezTo>
                  <a:cubicBezTo>
                    <a:pt x="1045906" y="1029265"/>
                    <a:pt x="1035552" y="1033553"/>
                    <a:pt x="1024755" y="1033553"/>
                  </a:cubicBezTo>
                  <a:lnTo>
                    <a:pt x="40708" y="1033553"/>
                  </a:lnTo>
                  <a:cubicBezTo>
                    <a:pt x="29911" y="1033553"/>
                    <a:pt x="19557" y="1029265"/>
                    <a:pt x="11923" y="1021630"/>
                  </a:cubicBezTo>
                  <a:cubicBezTo>
                    <a:pt x="4289" y="1013996"/>
                    <a:pt x="0" y="1003642"/>
                    <a:pt x="0" y="992846"/>
                  </a:cubicBezTo>
                  <a:lnTo>
                    <a:pt x="0" y="40708"/>
                  </a:lnTo>
                  <a:cubicBezTo>
                    <a:pt x="0" y="29911"/>
                    <a:pt x="4289" y="19557"/>
                    <a:pt x="11923" y="11923"/>
                  </a:cubicBezTo>
                  <a:cubicBezTo>
                    <a:pt x="19557" y="4289"/>
                    <a:pt x="29911" y="0"/>
                    <a:pt x="40708" y="0"/>
                  </a:cubicBezTo>
                  <a:close/>
                </a:path>
              </a:pathLst>
            </a:custGeom>
            <a:blipFill>
              <a:blip r:embed="rId2"/>
              <a:stretch>
                <a:fillRect l="-45598" t="0" r="0" b="0"/>
              </a:stretch>
            </a:blipFill>
          </p:spPr>
        </p:sp>
      </p:grpSp>
      <p:grpSp>
        <p:nvGrpSpPr>
          <p:cNvPr name="Group 4" id="4"/>
          <p:cNvGrpSpPr/>
          <p:nvPr/>
        </p:nvGrpSpPr>
        <p:grpSpPr>
          <a:xfrm rot="0">
            <a:off x="2582722" y="2759999"/>
            <a:ext cx="8081240" cy="2901763"/>
            <a:chOff x="0" y="0"/>
            <a:chExt cx="2128392" cy="764250"/>
          </a:xfrm>
        </p:grpSpPr>
        <p:sp>
          <p:nvSpPr>
            <p:cNvPr name="Freeform 5" id="5"/>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6" id="6"/>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2582722" y="6023712"/>
            <a:ext cx="8081240" cy="2901763"/>
            <a:chOff x="0" y="0"/>
            <a:chExt cx="2128392" cy="764250"/>
          </a:xfrm>
        </p:grpSpPr>
        <p:sp>
          <p:nvSpPr>
            <p:cNvPr name="Freeform 8" id="8"/>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9" id="9"/>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2899414" y="3317952"/>
            <a:ext cx="397472" cy="393001"/>
          </a:xfrm>
          <a:custGeom>
            <a:avLst/>
            <a:gdLst/>
            <a:ahLst/>
            <a:cxnLst/>
            <a:rect r="r" b="b" t="t" l="l"/>
            <a:pathLst>
              <a:path h="393001" w="397472">
                <a:moveTo>
                  <a:pt x="0" y="0"/>
                </a:moveTo>
                <a:lnTo>
                  <a:pt x="397472" y="0"/>
                </a:lnTo>
                <a:lnTo>
                  <a:pt x="397472" y="393000"/>
                </a:lnTo>
                <a:lnTo>
                  <a:pt x="0" y="393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899414" y="6553754"/>
            <a:ext cx="397472" cy="374618"/>
          </a:xfrm>
          <a:custGeom>
            <a:avLst/>
            <a:gdLst/>
            <a:ahLst/>
            <a:cxnLst/>
            <a:rect r="r" b="b" t="t" l="l"/>
            <a:pathLst>
              <a:path h="374618" w="397472">
                <a:moveTo>
                  <a:pt x="0" y="0"/>
                </a:moveTo>
                <a:lnTo>
                  <a:pt x="397472" y="0"/>
                </a:lnTo>
                <a:lnTo>
                  <a:pt x="397472" y="374617"/>
                </a:lnTo>
                <a:lnTo>
                  <a:pt x="0" y="374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914790" y="0"/>
            <a:ext cx="2373210" cy="2322780"/>
          </a:xfrm>
          <a:custGeom>
            <a:avLst/>
            <a:gdLst/>
            <a:ahLst/>
            <a:cxnLst/>
            <a:rect r="r" b="b" t="t" l="l"/>
            <a:pathLst>
              <a:path h="2322780" w="2373210">
                <a:moveTo>
                  <a:pt x="0" y="0"/>
                </a:moveTo>
                <a:lnTo>
                  <a:pt x="2373210" y="0"/>
                </a:lnTo>
                <a:lnTo>
                  <a:pt x="2373210" y="2322780"/>
                </a:lnTo>
                <a:lnTo>
                  <a:pt x="0" y="23227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true" flipV="false" rot="0">
            <a:off x="16000062" y="7964220"/>
            <a:ext cx="2287938" cy="2322780"/>
          </a:xfrm>
          <a:custGeom>
            <a:avLst/>
            <a:gdLst/>
            <a:ahLst/>
            <a:cxnLst/>
            <a:rect r="r" b="b" t="t" l="l"/>
            <a:pathLst>
              <a:path h="2322780" w="2287938">
                <a:moveTo>
                  <a:pt x="2287938" y="0"/>
                </a:moveTo>
                <a:lnTo>
                  <a:pt x="0" y="0"/>
                </a:lnTo>
                <a:lnTo>
                  <a:pt x="0" y="2322780"/>
                </a:lnTo>
                <a:lnTo>
                  <a:pt x="2287938" y="2322780"/>
                </a:lnTo>
                <a:lnTo>
                  <a:pt x="2287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5400000">
            <a:off x="658560" y="-496815"/>
            <a:ext cx="721229" cy="1867260"/>
          </a:xfrm>
          <a:custGeom>
            <a:avLst/>
            <a:gdLst/>
            <a:ahLst/>
            <a:cxnLst/>
            <a:rect r="r" b="b" t="t" l="l"/>
            <a:pathLst>
              <a:path h="1867260" w="721229">
                <a:moveTo>
                  <a:pt x="0" y="0"/>
                </a:moveTo>
                <a:lnTo>
                  <a:pt x="721230" y="0"/>
                </a:lnTo>
                <a:lnTo>
                  <a:pt x="721230" y="1867259"/>
                </a:lnTo>
                <a:lnTo>
                  <a:pt x="0" y="1867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5" id="15"/>
          <p:cNvGrpSpPr/>
          <p:nvPr/>
        </p:nvGrpSpPr>
        <p:grpSpPr>
          <a:xfrm rot="-10800000">
            <a:off x="-1253728" y="8347718"/>
            <a:ext cx="2507456" cy="3086100"/>
            <a:chOff x="0" y="0"/>
            <a:chExt cx="660400" cy="812800"/>
          </a:xfrm>
        </p:grpSpPr>
        <p:sp>
          <p:nvSpPr>
            <p:cNvPr name="Freeform 16" id="16"/>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000000">
                <a:alpha val="0"/>
              </a:srgbClr>
            </a:solidFill>
            <a:ln w="428625" cap="sq">
              <a:solidFill>
                <a:srgbClr val="0F3460"/>
              </a:solidFill>
              <a:prstDash val="solid"/>
              <a:miter/>
            </a:ln>
          </p:spPr>
        </p:sp>
        <p:sp>
          <p:nvSpPr>
            <p:cNvPr name="TextBox 17" id="17"/>
            <p:cNvSpPr txBox="true"/>
            <p:nvPr/>
          </p:nvSpPr>
          <p:spPr>
            <a:xfrm>
              <a:off x="0" y="-57150"/>
              <a:ext cx="660400" cy="742950"/>
            </a:xfrm>
            <a:prstGeom prst="rect">
              <a:avLst/>
            </a:prstGeom>
          </p:spPr>
          <p:txBody>
            <a:bodyPr anchor="ctr" rtlCol="false" tIns="50800" lIns="50800" bIns="50800" rIns="50800"/>
            <a:lstStyle/>
            <a:p>
              <a:pPr algn="ctr">
                <a:lnSpc>
                  <a:spcPts val="3643"/>
                </a:lnSpc>
              </a:pPr>
            </a:p>
          </p:txBody>
        </p:sp>
      </p:grpSp>
      <p:sp>
        <p:nvSpPr>
          <p:cNvPr name="TextBox 18" id="18"/>
          <p:cNvSpPr txBox="true"/>
          <p:nvPr/>
        </p:nvSpPr>
        <p:spPr>
          <a:xfrm rot="0">
            <a:off x="1028700" y="895350"/>
            <a:ext cx="619313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Discussion</a:t>
            </a:r>
          </a:p>
        </p:txBody>
      </p:sp>
      <p:sp>
        <p:nvSpPr>
          <p:cNvPr name="TextBox 19" id="19"/>
          <p:cNvSpPr txBox="true"/>
          <p:nvPr/>
        </p:nvSpPr>
        <p:spPr>
          <a:xfrm rot="0">
            <a:off x="3479150" y="3229623"/>
            <a:ext cx="7050383"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Interpretation of Results</a:t>
            </a:r>
          </a:p>
        </p:txBody>
      </p:sp>
      <p:sp>
        <p:nvSpPr>
          <p:cNvPr name="TextBox 20" id="20"/>
          <p:cNvSpPr txBox="true"/>
          <p:nvPr/>
        </p:nvSpPr>
        <p:spPr>
          <a:xfrm rot="0">
            <a:off x="3479150" y="6496604"/>
            <a:ext cx="7050383"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Practical Implication</a:t>
            </a:r>
          </a:p>
        </p:txBody>
      </p:sp>
      <p:sp>
        <p:nvSpPr>
          <p:cNvPr name="TextBox 21" id="21"/>
          <p:cNvSpPr txBox="true"/>
          <p:nvPr/>
        </p:nvSpPr>
        <p:spPr>
          <a:xfrm rot="0">
            <a:off x="3098150" y="4026637"/>
            <a:ext cx="705038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2" id="22"/>
          <p:cNvSpPr txBox="true"/>
          <p:nvPr/>
        </p:nvSpPr>
        <p:spPr>
          <a:xfrm rot="0">
            <a:off x="3098150" y="7293619"/>
            <a:ext cx="705038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54558" y="2215771"/>
            <a:ext cx="5246370" cy="5855458"/>
            <a:chOff x="0" y="0"/>
            <a:chExt cx="812800" cy="907164"/>
          </a:xfrm>
        </p:grpSpPr>
        <p:sp>
          <p:nvSpPr>
            <p:cNvPr name="Freeform 3" id="3"/>
            <p:cNvSpPr/>
            <p:nvPr/>
          </p:nvSpPr>
          <p:spPr>
            <a:xfrm flipH="false" flipV="false" rot="0">
              <a:off x="0" y="0"/>
              <a:ext cx="812800" cy="907164"/>
            </a:xfrm>
            <a:custGeom>
              <a:avLst/>
              <a:gdLst/>
              <a:ahLst/>
              <a:cxnLst/>
              <a:rect r="r" b="b" t="t" l="l"/>
              <a:pathLst>
                <a:path h="907164" w="812800">
                  <a:moveTo>
                    <a:pt x="33940" y="0"/>
                  </a:moveTo>
                  <a:lnTo>
                    <a:pt x="778860" y="0"/>
                  </a:lnTo>
                  <a:cubicBezTo>
                    <a:pt x="797604" y="0"/>
                    <a:pt x="812800" y="15196"/>
                    <a:pt x="812800" y="33940"/>
                  </a:cubicBezTo>
                  <a:lnTo>
                    <a:pt x="812800" y="873223"/>
                  </a:lnTo>
                  <a:cubicBezTo>
                    <a:pt x="812800" y="891968"/>
                    <a:pt x="797604" y="907164"/>
                    <a:pt x="778860" y="907164"/>
                  </a:cubicBezTo>
                  <a:lnTo>
                    <a:pt x="33940" y="907164"/>
                  </a:lnTo>
                  <a:cubicBezTo>
                    <a:pt x="15196" y="907164"/>
                    <a:pt x="0" y="891968"/>
                    <a:pt x="0" y="873223"/>
                  </a:cubicBezTo>
                  <a:lnTo>
                    <a:pt x="0" y="33940"/>
                  </a:lnTo>
                  <a:cubicBezTo>
                    <a:pt x="0" y="15196"/>
                    <a:pt x="15196" y="0"/>
                    <a:pt x="33940" y="0"/>
                  </a:cubicBezTo>
                  <a:close/>
                </a:path>
              </a:pathLst>
            </a:custGeom>
            <a:blipFill>
              <a:blip r:embed="rId2"/>
              <a:stretch>
                <a:fillRect l="-23066" t="0" r="-23066" b="0"/>
              </a:stretch>
            </a:blipFill>
          </p:spPr>
        </p:sp>
      </p:grpSp>
      <p:sp>
        <p:nvSpPr>
          <p:cNvPr name="Freeform 4" id="4"/>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7">
              <a:alphaModFix amt="19999"/>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9">
              <a:alphaModFix amt="1999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812722" y="2821118"/>
            <a:ext cx="6331278"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Conclusion</a:t>
            </a:r>
          </a:p>
        </p:txBody>
      </p:sp>
      <p:sp>
        <p:nvSpPr>
          <p:cNvPr name="TextBox 9" id="9"/>
          <p:cNvSpPr txBox="true"/>
          <p:nvPr/>
        </p:nvSpPr>
        <p:spPr>
          <a:xfrm rot="0">
            <a:off x="2812722" y="4516307"/>
            <a:ext cx="6331278" cy="2816225"/>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a:t>
            </a:r>
          </a:p>
          <a:p>
            <a:pPr algn="l">
              <a:lnSpc>
                <a:spcPts val="2800"/>
              </a:lnSpc>
            </a:pPr>
          </a:p>
          <a:p>
            <a:pPr algn="l">
              <a:lnSpc>
                <a:spcPts val="2800"/>
              </a:lnSpc>
            </a:pPr>
            <a:r>
              <a:rPr lang="en-US" sz="2000">
                <a:solidFill>
                  <a:srgbClr val="000000"/>
                </a:solidFill>
                <a:latin typeface="Open Sans"/>
                <a:ea typeface="Open Sans"/>
                <a:cs typeface="Open Sans"/>
                <a:sym typeface="Open Sans"/>
              </a:rPr>
              <a:t>Duis aute irure dolor in reprehenderit in voluptate velit esse cillum dolore eu fugiat nulla pariatur.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279339" y="7047527"/>
            <a:ext cx="3008661" cy="3239473"/>
          </a:xfrm>
          <a:custGeom>
            <a:avLst/>
            <a:gdLst/>
            <a:ahLst/>
            <a:cxnLst/>
            <a:rect r="r" b="b" t="t" l="l"/>
            <a:pathLst>
              <a:path h="3239473" w="3008661">
                <a:moveTo>
                  <a:pt x="3008661" y="3239473"/>
                </a:moveTo>
                <a:lnTo>
                  <a:pt x="0" y="3239473"/>
                </a:lnTo>
                <a:lnTo>
                  <a:pt x="0" y="0"/>
                </a:lnTo>
                <a:lnTo>
                  <a:pt x="3008661" y="0"/>
                </a:lnTo>
                <a:lnTo>
                  <a:pt x="3008661" y="323947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79339" y="39010"/>
            <a:ext cx="3008661" cy="3187985"/>
          </a:xfrm>
          <a:custGeom>
            <a:avLst/>
            <a:gdLst/>
            <a:ahLst/>
            <a:cxnLst/>
            <a:rect r="r" b="b" t="t" l="l"/>
            <a:pathLst>
              <a:path h="3187985" w="3008661">
                <a:moveTo>
                  <a:pt x="0" y="0"/>
                </a:moveTo>
                <a:lnTo>
                  <a:pt x="3008661" y="0"/>
                </a:lnTo>
                <a:lnTo>
                  <a:pt x="3008661" y="3187985"/>
                </a:lnTo>
                <a:lnTo>
                  <a:pt x="0" y="31879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641789" y="10059366"/>
            <a:ext cx="15656274" cy="227634"/>
            <a:chOff x="0" y="0"/>
            <a:chExt cx="4123463" cy="59953"/>
          </a:xfrm>
        </p:grpSpPr>
        <p:sp>
          <p:nvSpPr>
            <p:cNvPr name="Freeform 5" id="5"/>
            <p:cNvSpPr/>
            <p:nvPr/>
          </p:nvSpPr>
          <p:spPr>
            <a:xfrm flipH="false" flipV="false" rot="0">
              <a:off x="0" y="0"/>
              <a:ext cx="4123463" cy="59953"/>
            </a:xfrm>
            <a:custGeom>
              <a:avLst/>
              <a:gdLst/>
              <a:ahLst/>
              <a:cxnLst/>
              <a:rect r="r" b="b" t="t" l="l"/>
              <a:pathLst>
                <a:path h="59953" w="4123463">
                  <a:moveTo>
                    <a:pt x="0" y="0"/>
                  </a:moveTo>
                  <a:lnTo>
                    <a:pt x="4123463" y="0"/>
                  </a:lnTo>
                  <a:lnTo>
                    <a:pt x="4123463" y="59953"/>
                  </a:lnTo>
                  <a:lnTo>
                    <a:pt x="0" y="59953"/>
                  </a:lnTo>
                  <a:close/>
                </a:path>
              </a:pathLst>
            </a:custGeom>
            <a:solidFill>
              <a:srgbClr val="245095"/>
            </a:solidFill>
          </p:spPr>
        </p:sp>
        <p:sp>
          <p:nvSpPr>
            <p:cNvPr name="TextBox 6" id="6"/>
            <p:cNvSpPr txBox="true"/>
            <p:nvPr/>
          </p:nvSpPr>
          <p:spPr>
            <a:xfrm>
              <a:off x="0" y="-57150"/>
              <a:ext cx="4123463" cy="117103"/>
            </a:xfrm>
            <a:prstGeom prst="rect">
              <a:avLst/>
            </a:prstGeom>
          </p:spPr>
          <p:txBody>
            <a:bodyPr anchor="ctr" rtlCol="false" tIns="50800" lIns="50800" bIns="50800" rIns="50800"/>
            <a:lstStyle/>
            <a:p>
              <a:pPr algn="ctr">
                <a:lnSpc>
                  <a:spcPts val="3643"/>
                </a:lnSpc>
              </a:pPr>
            </a:p>
          </p:txBody>
        </p:sp>
      </p:grpSp>
      <p:sp>
        <p:nvSpPr>
          <p:cNvPr name="TextBox 7" id="7"/>
          <p:cNvSpPr txBox="true"/>
          <p:nvPr/>
        </p:nvSpPr>
        <p:spPr>
          <a:xfrm rot="0">
            <a:off x="1155344" y="4305493"/>
            <a:ext cx="10427842" cy="2289534"/>
          </a:xfrm>
          <a:prstGeom prst="rect">
            <a:avLst/>
          </a:prstGeom>
        </p:spPr>
        <p:txBody>
          <a:bodyPr anchor="t" rtlCol="false" tIns="0" lIns="0" bIns="0" rIns="0">
            <a:spAutoFit/>
          </a:bodyPr>
          <a:lstStyle/>
          <a:p>
            <a:pPr algn="l" marL="0" indent="0" lvl="0">
              <a:lnSpc>
                <a:spcPts val="18705"/>
              </a:lnSpc>
              <a:spcBef>
                <a:spcPct val="0"/>
              </a:spcBef>
            </a:pPr>
            <a:r>
              <a:rPr lang="en-US" b="true" sz="13360" strike="noStrike" u="none">
                <a:solidFill>
                  <a:srgbClr val="245095"/>
                </a:solidFill>
                <a:latin typeface="Open Sans Bold"/>
                <a:ea typeface="Open Sans Bold"/>
                <a:cs typeface="Open Sans Bold"/>
                <a:sym typeface="Open Sans Bold"/>
              </a:rPr>
              <a:t>THANK YOU</a:t>
            </a:r>
          </a:p>
        </p:txBody>
      </p:sp>
      <p:sp>
        <p:nvSpPr>
          <p:cNvPr name="Freeform 8" id="8"/>
          <p:cNvSpPr/>
          <p:nvPr/>
        </p:nvSpPr>
        <p:spPr>
          <a:xfrm flipH="false" flipV="false" rot="0">
            <a:off x="1155344" y="2409106"/>
            <a:ext cx="1170525" cy="1431835"/>
          </a:xfrm>
          <a:custGeom>
            <a:avLst/>
            <a:gdLst/>
            <a:ahLst/>
            <a:cxnLst/>
            <a:rect r="r" b="b" t="t" l="l"/>
            <a:pathLst>
              <a:path h="1431835" w="1170525">
                <a:moveTo>
                  <a:pt x="0" y="0"/>
                </a:moveTo>
                <a:lnTo>
                  <a:pt x="1170524" y="0"/>
                </a:lnTo>
                <a:lnTo>
                  <a:pt x="1170524" y="1431834"/>
                </a:lnTo>
                <a:lnTo>
                  <a:pt x="0" y="1431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856364" y="2947277"/>
            <a:ext cx="5382543" cy="511810"/>
          </a:xfrm>
          <a:prstGeom prst="rect">
            <a:avLst/>
          </a:prstGeom>
        </p:spPr>
        <p:txBody>
          <a:bodyPr anchor="t" rtlCol="false" tIns="0" lIns="0" bIns="0" rIns="0">
            <a:spAutoFit/>
          </a:bodyPr>
          <a:lstStyle/>
          <a:p>
            <a:pPr algn="l">
              <a:lnSpc>
                <a:spcPts val="4339"/>
              </a:lnSpc>
            </a:pPr>
            <a:r>
              <a:rPr lang="en-US" sz="3099" b="true">
                <a:solidFill>
                  <a:srgbClr val="000000"/>
                </a:solidFill>
                <a:latin typeface="Open Sans Bold"/>
                <a:ea typeface="Open Sans Bold"/>
                <a:cs typeface="Open Sans Bold"/>
                <a:sym typeface="Open Sans Bold"/>
              </a:rPr>
              <a:t>Giny</a:t>
            </a:r>
            <a:r>
              <a:rPr lang="en-US" sz="3099" b="true">
                <a:solidFill>
                  <a:srgbClr val="000000"/>
                </a:solidFill>
                <a:latin typeface="Open Sans Bold"/>
                <a:ea typeface="Open Sans Bold"/>
                <a:cs typeface="Open Sans Bold"/>
                <a:sym typeface="Open Sans Bold"/>
              </a:rPr>
              <a:t>ard International Co.</a:t>
            </a:r>
          </a:p>
        </p:txBody>
      </p:sp>
      <p:sp>
        <p:nvSpPr>
          <p:cNvPr name="Freeform 10" id="10"/>
          <p:cNvSpPr/>
          <p:nvPr/>
        </p:nvSpPr>
        <p:spPr>
          <a:xfrm flipH="false" flipV="false" rot="0">
            <a:off x="-503058" y="-10668"/>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10800000">
            <a:off x="17259300" y="6935755"/>
            <a:ext cx="2507456" cy="3865595"/>
            <a:chOff x="0" y="0"/>
            <a:chExt cx="660400" cy="1018099"/>
          </a:xfrm>
        </p:grpSpPr>
        <p:sp>
          <p:nvSpPr>
            <p:cNvPr name="Freeform 12" id="12"/>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3" id="13"/>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sp>
        <p:nvSpPr>
          <p:cNvPr name="TextBox 14" id="14"/>
          <p:cNvSpPr txBox="true"/>
          <p:nvPr/>
        </p:nvSpPr>
        <p:spPr>
          <a:xfrm rot="0">
            <a:off x="1028700" y="7081011"/>
            <a:ext cx="5783442"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Presented By Juliana Silva</a:t>
            </a:r>
          </a:p>
        </p:txBody>
      </p:sp>
      <p:sp>
        <p:nvSpPr>
          <p:cNvPr name="TextBox 15" id="15"/>
          <p:cNvSpPr txBox="true"/>
          <p:nvPr/>
        </p:nvSpPr>
        <p:spPr>
          <a:xfrm rot="0">
            <a:off x="7317819" y="7090806"/>
            <a:ext cx="3157648" cy="570325"/>
          </a:xfrm>
          <a:prstGeom prst="rect">
            <a:avLst/>
          </a:prstGeom>
        </p:spPr>
        <p:txBody>
          <a:bodyPr anchor="t" rtlCol="false" tIns="0" lIns="0" bIns="0" rIns="0">
            <a:spAutoFit/>
          </a:bodyPr>
          <a:lstStyle/>
          <a:p>
            <a:pPr algn="l">
              <a:lnSpc>
                <a:spcPts val="4789"/>
              </a:lnSpc>
            </a:pPr>
            <a:r>
              <a:rPr lang="en-US" sz="3421" b="true">
                <a:solidFill>
                  <a:srgbClr val="000000"/>
                </a:solidFill>
                <a:latin typeface="Open Sans Bold"/>
                <a:ea typeface="Open Sans Bold"/>
                <a:cs typeface="Open Sans Bold"/>
                <a:sym typeface="Open Sans Bold"/>
              </a:rPr>
              <a:t>February 2028</a:t>
            </a:r>
          </a:p>
        </p:txBody>
      </p:sp>
      <p:sp>
        <p:nvSpPr>
          <p:cNvPr name="AutoShape 16" id="16"/>
          <p:cNvSpPr/>
          <p:nvPr/>
        </p:nvSpPr>
        <p:spPr>
          <a:xfrm flipV="true">
            <a:off x="6935967" y="7126255"/>
            <a:ext cx="0" cy="556577"/>
          </a:xfrm>
          <a:prstGeom prst="line">
            <a:avLst/>
          </a:prstGeom>
          <a:ln cap="flat" w="3810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DAG3L8Ac6W0</dc:identifier>
  <dcterms:modified xsi:type="dcterms:W3CDTF">2011-08-01T06:04:30Z</dcterms:modified>
  <cp:revision>1</cp:revision>
  <dc:title>White and Blue Geometric Formal Thesis Defense Presentation</dc:title>
</cp:coreProperties>
</file>